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73" r:id="rId1"/>
    <p:sldMasterId id="2147483721" r:id="rId2"/>
    <p:sldMasterId id="2147483711" r:id="rId3"/>
    <p:sldMasterId id="2147483735" r:id="rId4"/>
    <p:sldMasterId id="2147483739" r:id="rId5"/>
    <p:sldMasterId id="2147483743" r:id="rId6"/>
  </p:sldMasterIdLst>
  <p:notesMasterIdLst>
    <p:notesMasterId r:id="rId24"/>
  </p:notesMasterIdLst>
  <p:handoutMasterIdLst>
    <p:handoutMasterId r:id="rId25"/>
  </p:handoutMasterIdLst>
  <p:sldIdLst>
    <p:sldId id="824" r:id="rId7"/>
    <p:sldId id="822" r:id="rId8"/>
    <p:sldId id="813" r:id="rId9"/>
    <p:sldId id="811" r:id="rId10"/>
    <p:sldId id="828" r:id="rId11"/>
    <p:sldId id="814" r:id="rId12"/>
    <p:sldId id="815" r:id="rId13"/>
    <p:sldId id="816" r:id="rId14"/>
    <p:sldId id="817" r:id="rId15"/>
    <p:sldId id="829" r:id="rId16"/>
    <p:sldId id="818" r:id="rId17"/>
    <p:sldId id="819" r:id="rId18"/>
    <p:sldId id="820" r:id="rId19"/>
    <p:sldId id="821" r:id="rId20"/>
    <p:sldId id="830" r:id="rId21"/>
    <p:sldId id="827" r:id="rId22"/>
    <p:sldId id="823" r:id="rId23"/>
  </p:sldIdLst>
  <p:sldSz cx="12190413" cy="6858000"/>
  <p:notesSz cx="6669088" cy="9926638"/>
  <p:embeddedFontLst>
    <p:embeddedFont>
      <p:font typeface="Calibri" panose="020F0502020204030204" pitchFamily="34" charset="0"/>
      <p:regular r:id="rId26"/>
      <p:bold r:id="rId27"/>
      <p:italic r:id="rId28"/>
      <p:boldItalic r:id="rId29"/>
    </p:embeddedFont>
    <p:embeddedFont>
      <p:font typeface="Calibri Light" panose="020F0302020204030204" pitchFamily="34" charset="0"/>
      <p:regular r:id="rId30"/>
      <p:italic r:id="rId31"/>
    </p:embeddedFont>
    <p:embeddedFont>
      <p:font typeface="Bebas Neue" panose="020B0506020202020201" pitchFamily="34" charset="0"/>
      <p:regular r:id="rId32"/>
    </p:embeddedFont>
  </p:embeddedFontLst>
  <p:custDataLst>
    <p:tags r:id="rId33"/>
  </p:custDataLst>
  <p:defaultTextStyle>
    <a:defPPr>
      <a:defRPr lang="de-DE"/>
    </a:defPPr>
    <a:lvl1pPr marL="0" algn="l" defTabSz="914035" rtl="0" eaLnBrk="1" latinLnBrk="0" hangingPunct="1">
      <a:defRPr sz="1900" kern="1200">
        <a:solidFill>
          <a:schemeClr val="tx1"/>
        </a:solidFill>
        <a:latin typeface="+mn-lt"/>
        <a:ea typeface="+mn-ea"/>
        <a:cs typeface="+mn-cs"/>
      </a:defRPr>
    </a:lvl1pPr>
    <a:lvl2pPr marL="457018" algn="l" defTabSz="914035" rtl="0" eaLnBrk="1" latinLnBrk="0" hangingPunct="1">
      <a:defRPr sz="1900" kern="1200">
        <a:solidFill>
          <a:schemeClr val="tx1"/>
        </a:solidFill>
        <a:latin typeface="+mn-lt"/>
        <a:ea typeface="+mn-ea"/>
        <a:cs typeface="+mn-cs"/>
      </a:defRPr>
    </a:lvl2pPr>
    <a:lvl3pPr marL="914035" algn="l" defTabSz="914035" rtl="0" eaLnBrk="1" latinLnBrk="0" hangingPunct="1">
      <a:defRPr sz="1900" kern="1200">
        <a:solidFill>
          <a:schemeClr val="tx1"/>
        </a:solidFill>
        <a:latin typeface="+mn-lt"/>
        <a:ea typeface="+mn-ea"/>
        <a:cs typeface="+mn-cs"/>
      </a:defRPr>
    </a:lvl3pPr>
    <a:lvl4pPr marL="1371054" algn="l" defTabSz="914035" rtl="0" eaLnBrk="1" latinLnBrk="0" hangingPunct="1">
      <a:defRPr sz="1900" kern="1200">
        <a:solidFill>
          <a:schemeClr val="tx1"/>
        </a:solidFill>
        <a:latin typeface="+mn-lt"/>
        <a:ea typeface="+mn-ea"/>
        <a:cs typeface="+mn-cs"/>
      </a:defRPr>
    </a:lvl4pPr>
    <a:lvl5pPr marL="1828069" algn="l" defTabSz="914035" rtl="0" eaLnBrk="1" latinLnBrk="0" hangingPunct="1">
      <a:defRPr sz="1900" kern="1200">
        <a:solidFill>
          <a:schemeClr val="tx1"/>
        </a:solidFill>
        <a:latin typeface="+mn-lt"/>
        <a:ea typeface="+mn-ea"/>
        <a:cs typeface="+mn-cs"/>
      </a:defRPr>
    </a:lvl5pPr>
    <a:lvl6pPr marL="2285086" algn="l" defTabSz="914035" rtl="0" eaLnBrk="1" latinLnBrk="0" hangingPunct="1">
      <a:defRPr sz="1900" kern="1200">
        <a:solidFill>
          <a:schemeClr val="tx1"/>
        </a:solidFill>
        <a:latin typeface="+mn-lt"/>
        <a:ea typeface="+mn-ea"/>
        <a:cs typeface="+mn-cs"/>
      </a:defRPr>
    </a:lvl6pPr>
    <a:lvl7pPr marL="2742104" algn="l" defTabSz="914035" rtl="0" eaLnBrk="1" latinLnBrk="0" hangingPunct="1">
      <a:defRPr sz="1900" kern="1200">
        <a:solidFill>
          <a:schemeClr val="tx1"/>
        </a:solidFill>
        <a:latin typeface="+mn-lt"/>
        <a:ea typeface="+mn-ea"/>
        <a:cs typeface="+mn-cs"/>
      </a:defRPr>
    </a:lvl7pPr>
    <a:lvl8pPr marL="3199120" algn="l" defTabSz="914035" rtl="0" eaLnBrk="1" latinLnBrk="0" hangingPunct="1">
      <a:defRPr sz="1900" kern="1200">
        <a:solidFill>
          <a:schemeClr val="tx1"/>
        </a:solidFill>
        <a:latin typeface="+mn-lt"/>
        <a:ea typeface="+mn-ea"/>
        <a:cs typeface="+mn-cs"/>
      </a:defRPr>
    </a:lvl8pPr>
    <a:lvl9pPr marL="3656138" algn="l" defTabSz="914035"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FREE POWERPOINT TEMPLATE" id="{CCC10D6E-D2BF-4572-BDDC-4296AF05B336}">
          <p14:sldIdLst>
            <p14:sldId id="824"/>
            <p14:sldId id="822"/>
            <p14:sldId id="813"/>
            <p14:sldId id="811"/>
            <p14:sldId id="828"/>
            <p14:sldId id="814"/>
            <p14:sldId id="815"/>
            <p14:sldId id="816"/>
            <p14:sldId id="817"/>
            <p14:sldId id="829"/>
            <p14:sldId id="818"/>
            <p14:sldId id="819"/>
            <p14:sldId id="820"/>
            <p14:sldId id="821"/>
            <p14:sldId id="830"/>
          </p14:sldIdLst>
        </p14:section>
        <p14:section name="COPYRIGHT NOTICE - USAGE" id="{6EF7401F-3C55-4889-AD65-187D3766A4E5}">
          <p14:sldIdLst>
            <p14:sldId id="827"/>
            <p14:sldId id="823"/>
          </p14:sldIdLst>
        </p14:section>
      </p14:sectionLst>
    </p:ext>
    <p:ext uri="{EFAFB233-063F-42B5-8137-9DF3F51BA10A}">
      <p15:sldGuideLst xmlns:p15="http://schemas.microsoft.com/office/powerpoint/2012/main" xmlns="">
        <p15:guide id="1" orient="horz" pos="981" userDrawn="1">
          <p15:clr>
            <a:srgbClr val="A4A3A4"/>
          </p15:clr>
        </p15:guide>
        <p15:guide id="2" pos="338" userDrawn="1">
          <p15:clr>
            <a:srgbClr val="A4A3A4"/>
          </p15:clr>
        </p15:guide>
        <p15:guide id="3" orient="horz" pos="3657" userDrawn="1">
          <p15:clr>
            <a:srgbClr val="A4A3A4"/>
          </p15:clr>
        </p15:guide>
        <p15:guide id="4" pos="7339" userDrawn="1">
          <p15:clr>
            <a:srgbClr val="A4A3A4"/>
          </p15:clr>
        </p15:guide>
        <p15:guide id="5" orient="horz">
          <p15:clr>
            <a:srgbClr val="A4A3A4"/>
          </p15:clr>
        </p15:guide>
        <p15:guide id="6">
          <p15:clr>
            <a:srgbClr val="A4A3A4"/>
          </p15:clr>
        </p15:guide>
        <p15:guide id="7" orient="horz" pos="984">
          <p15:clr>
            <a:srgbClr val="A4A3A4"/>
          </p15:clr>
        </p15:guide>
        <p15:guide id="8" pos="349">
          <p15:clr>
            <a:srgbClr val="A4A3A4"/>
          </p15:clr>
        </p15:guide>
        <p15:guide id="9" pos="3840">
          <p15:clr>
            <a:srgbClr val="A4A3A4"/>
          </p15:clr>
        </p15:guide>
      </p15:sldGuideLst>
    </p:ext>
    <p:ext uri="{2D200454-40CA-4A62-9FC3-DE9A4176ACB9}">
      <p15:notesGuideLst xmlns:p15="http://schemas.microsoft.com/office/powerpoint/2012/main" xmlns="">
        <p15:guide id="1" orient="horz" pos="3127">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BF0D"/>
    <a:srgbClr val="D7E4BE"/>
    <a:srgbClr val="9CBC5A"/>
    <a:srgbClr val="506227"/>
    <a:srgbClr val="FFD968"/>
    <a:srgbClr val="FFE699"/>
    <a:srgbClr val="7F611B"/>
    <a:srgbClr val="2174AD"/>
    <a:srgbClr val="4096CE"/>
    <a:srgbClr val="164D73"/>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72" autoAdjust="0"/>
    <p:restoredTop sz="98856" autoAdjust="0"/>
  </p:normalViewPr>
  <p:slideViewPr>
    <p:cSldViewPr snapToGrid="0" snapToObjects="1" showGuides="1">
      <p:cViewPr varScale="1">
        <p:scale>
          <a:sx n="110" d="100"/>
          <a:sy n="110" d="100"/>
        </p:scale>
        <p:origin x="-744" y="-78"/>
      </p:cViewPr>
      <p:guideLst>
        <p:guide orient="horz"/>
        <p:guide/>
      </p:guideLst>
    </p:cSldViewPr>
  </p:slideViewPr>
  <p:notesTextViewPr>
    <p:cViewPr>
      <p:scale>
        <a:sx n="3" d="2"/>
        <a:sy n="3" d="2"/>
      </p:scale>
      <p:origin x="0" y="0"/>
    </p:cViewPr>
  </p:notesTextViewPr>
  <p:sorterViewPr>
    <p:cViewPr>
      <p:scale>
        <a:sx n="97" d="100"/>
        <a:sy n="97" d="100"/>
      </p:scale>
      <p:origin x="0" y="0"/>
    </p:cViewPr>
  </p:sorterViewPr>
  <p:notesViewPr>
    <p:cSldViewPr snapToGrid="0" snapToObjects="1">
      <p:cViewPr varScale="1">
        <p:scale>
          <a:sx n="76" d="100"/>
          <a:sy n="76" d="100"/>
        </p:scale>
        <p:origin x="-4080" y="-102"/>
      </p:cViewPr>
      <p:guideLst>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889250" cy="4968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sz="quarter" idx="1"/>
          </p:nvPr>
        </p:nvSpPr>
        <p:spPr>
          <a:xfrm>
            <a:off x="3778250" y="0"/>
            <a:ext cx="2889250" cy="496888"/>
          </a:xfrm>
          <a:prstGeom prst="rect">
            <a:avLst/>
          </a:prstGeom>
        </p:spPr>
        <p:txBody>
          <a:bodyPr vert="horz" lIns="91440" tIns="45720" rIns="91440" bIns="45720" rtlCol="0"/>
          <a:lstStyle>
            <a:lvl1pPr algn="r">
              <a:defRPr sz="1200"/>
            </a:lvl1pPr>
          </a:lstStyle>
          <a:p>
            <a:fld id="{8450B8FC-714E-48A2-8E44-56D25F758704}" type="datetimeFigureOut">
              <a:rPr lang="de-DE" smtClean="0"/>
              <a:t>17.10.2016</a:t>
            </a:fld>
            <a:endParaRPr lang="de-DE" dirty="0"/>
          </a:p>
        </p:txBody>
      </p:sp>
      <p:sp>
        <p:nvSpPr>
          <p:cNvPr id="4" name="Fußzeilenplatzhalter 3"/>
          <p:cNvSpPr>
            <a:spLocks noGrp="1"/>
          </p:cNvSpPr>
          <p:nvPr>
            <p:ph type="ftr" sz="quarter" idx="2"/>
          </p:nvPr>
        </p:nvSpPr>
        <p:spPr>
          <a:xfrm>
            <a:off x="0" y="9429750"/>
            <a:ext cx="2889250" cy="496888"/>
          </a:xfrm>
          <a:prstGeom prst="rect">
            <a:avLst/>
          </a:prstGeom>
        </p:spPr>
        <p:txBody>
          <a:bodyPr vert="horz" lIns="91440" tIns="45720" rIns="91440" bIns="45720" rtlCol="0" anchor="b"/>
          <a:lstStyle>
            <a:lvl1pPr algn="l">
              <a:defRPr sz="1200"/>
            </a:lvl1pPr>
          </a:lstStyle>
          <a:p>
            <a:endParaRPr lang="de-DE" dirty="0"/>
          </a:p>
        </p:txBody>
      </p:sp>
      <p:sp>
        <p:nvSpPr>
          <p:cNvPr id="5" name="Foliennummernplatzhalter 4"/>
          <p:cNvSpPr>
            <a:spLocks noGrp="1"/>
          </p:cNvSpPr>
          <p:nvPr>
            <p:ph type="sldNum" sz="quarter" idx="3"/>
          </p:nvPr>
        </p:nvSpPr>
        <p:spPr>
          <a:xfrm>
            <a:off x="3778250" y="9429750"/>
            <a:ext cx="2889250" cy="496888"/>
          </a:xfrm>
          <a:prstGeom prst="rect">
            <a:avLst/>
          </a:prstGeom>
        </p:spPr>
        <p:txBody>
          <a:bodyPr vert="horz" lIns="91440" tIns="45720" rIns="91440" bIns="45720" rtlCol="0" anchor="b"/>
          <a:lstStyle>
            <a:lvl1pPr algn="r">
              <a:defRPr sz="1200"/>
            </a:lvl1pPr>
          </a:lstStyle>
          <a:p>
            <a:fld id="{37EA0638-1204-433B-84FC-523B5B170F5E}" type="slidenum">
              <a:rPr lang="de-DE" smtClean="0"/>
              <a:t>‹#›</a:t>
            </a:fld>
            <a:endParaRPr lang="de-DE" dirty="0"/>
          </a:p>
        </p:txBody>
      </p:sp>
    </p:spTree>
    <p:extLst>
      <p:ext uri="{BB962C8B-B14F-4D97-AF65-F5344CB8AC3E}">
        <p14:creationId xmlns:p14="http://schemas.microsoft.com/office/powerpoint/2010/main" val="19691859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569C9874-DE1E-48CB-A603-4C70CD126593}" type="datetimeFigureOut">
              <a:rPr lang="de-DE" smtClean="0"/>
              <a:pPr/>
              <a:t>17.10.2016</a:t>
            </a:fld>
            <a:endParaRPr lang="de-DE" dirty="0"/>
          </a:p>
        </p:txBody>
      </p:sp>
      <p:sp>
        <p:nvSpPr>
          <p:cNvPr id="4" name="Folienbildplatzhalter 3"/>
          <p:cNvSpPr>
            <a:spLocks noGrp="1" noRot="1" noChangeAspect="1"/>
          </p:cNvSpPr>
          <p:nvPr>
            <p:ph type="sldImg" idx="2"/>
          </p:nvPr>
        </p:nvSpPr>
        <p:spPr>
          <a:xfrm>
            <a:off x="25400" y="744538"/>
            <a:ext cx="6618288" cy="3722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66909" y="4715153"/>
            <a:ext cx="5335270" cy="4466987"/>
          </a:xfrm>
          <a:prstGeom prst="rect">
            <a:avLst/>
          </a:prstGeom>
        </p:spPr>
        <p:txBody>
          <a:bodyPr vert="horz" lIns="91440" tIns="45720" rIns="91440" bIns="45720" rtlCol="0">
            <a:normAutofit/>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C14CEB38-DA38-4F43-AFB8-94FE45CA5866}" type="slidenum">
              <a:rPr lang="de-DE" smtClean="0"/>
              <a:pPr/>
              <a:t>‹#›</a:t>
            </a:fld>
            <a:endParaRPr lang="de-DE" dirty="0"/>
          </a:p>
        </p:txBody>
      </p:sp>
    </p:spTree>
    <p:extLst>
      <p:ext uri="{BB962C8B-B14F-4D97-AF65-F5344CB8AC3E}">
        <p14:creationId xmlns:p14="http://schemas.microsoft.com/office/powerpoint/2010/main" val="210976794"/>
      </p:ext>
    </p:extLst>
  </p:cSld>
  <p:clrMap bg1="lt1" tx1="dk1" bg2="lt2" tx2="dk2" accent1="accent1" accent2="accent2" accent3="accent3" accent4="accent4" accent5="accent5" accent6="accent6" hlink="hlink" folHlink="folHlink"/>
  <p:notesStyle>
    <a:lvl1pPr marL="0" algn="l" defTabSz="914035" rtl="0" eaLnBrk="1" latinLnBrk="0" hangingPunct="1">
      <a:defRPr sz="1200" kern="1200">
        <a:solidFill>
          <a:schemeClr val="tx1"/>
        </a:solidFill>
        <a:latin typeface="+mn-lt"/>
        <a:ea typeface="+mn-ea"/>
        <a:cs typeface="+mn-cs"/>
      </a:defRPr>
    </a:lvl1pPr>
    <a:lvl2pPr marL="457018" algn="l" defTabSz="914035" rtl="0" eaLnBrk="1" latinLnBrk="0" hangingPunct="1">
      <a:defRPr sz="1200" kern="1200">
        <a:solidFill>
          <a:schemeClr val="tx1"/>
        </a:solidFill>
        <a:latin typeface="+mn-lt"/>
        <a:ea typeface="+mn-ea"/>
        <a:cs typeface="+mn-cs"/>
      </a:defRPr>
    </a:lvl2pPr>
    <a:lvl3pPr marL="914035" algn="l" defTabSz="914035" rtl="0" eaLnBrk="1" latinLnBrk="0" hangingPunct="1">
      <a:defRPr sz="1200" kern="1200">
        <a:solidFill>
          <a:schemeClr val="tx1"/>
        </a:solidFill>
        <a:latin typeface="+mn-lt"/>
        <a:ea typeface="+mn-ea"/>
        <a:cs typeface="+mn-cs"/>
      </a:defRPr>
    </a:lvl3pPr>
    <a:lvl4pPr marL="1371054" algn="l" defTabSz="914035" rtl="0" eaLnBrk="1" latinLnBrk="0" hangingPunct="1">
      <a:defRPr sz="1200" kern="1200">
        <a:solidFill>
          <a:schemeClr val="tx1"/>
        </a:solidFill>
        <a:latin typeface="+mn-lt"/>
        <a:ea typeface="+mn-ea"/>
        <a:cs typeface="+mn-cs"/>
      </a:defRPr>
    </a:lvl4pPr>
    <a:lvl5pPr marL="1828069" algn="l" defTabSz="914035" rtl="0" eaLnBrk="1" latinLnBrk="0" hangingPunct="1">
      <a:defRPr sz="1200" kern="1200">
        <a:solidFill>
          <a:schemeClr val="tx1"/>
        </a:solidFill>
        <a:latin typeface="+mn-lt"/>
        <a:ea typeface="+mn-ea"/>
        <a:cs typeface="+mn-cs"/>
      </a:defRPr>
    </a:lvl5pPr>
    <a:lvl6pPr marL="2285086" algn="l" defTabSz="914035" rtl="0" eaLnBrk="1" latinLnBrk="0" hangingPunct="1">
      <a:defRPr sz="1200" kern="1200">
        <a:solidFill>
          <a:schemeClr val="tx1"/>
        </a:solidFill>
        <a:latin typeface="+mn-lt"/>
        <a:ea typeface="+mn-ea"/>
        <a:cs typeface="+mn-cs"/>
      </a:defRPr>
    </a:lvl6pPr>
    <a:lvl7pPr marL="2742104" algn="l" defTabSz="914035" rtl="0" eaLnBrk="1" latinLnBrk="0" hangingPunct="1">
      <a:defRPr sz="1200" kern="1200">
        <a:solidFill>
          <a:schemeClr val="tx1"/>
        </a:solidFill>
        <a:latin typeface="+mn-lt"/>
        <a:ea typeface="+mn-ea"/>
        <a:cs typeface="+mn-cs"/>
      </a:defRPr>
    </a:lvl7pPr>
    <a:lvl8pPr marL="3199120" algn="l" defTabSz="914035" rtl="0" eaLnBrk="1" latinLnBrk="0" hangingPunct="1">
      <a:defRPr sz="1200" kern="1200">
        <a:solidFill>
          <a:schemeClr val="tx1"/>
        </a:solidFill>
        <a:latin typeface="+mn-lt"/>
        <a:ea typeface="+mn-ea"/>
        <a:cs typeface="+mn-cs"/>
      </a:defRPr>
    </a:lvl8pPr>
    <a:lvl9pPr marL="3656138" algn="l" defTabSz="91403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txBox="1">
            <a:spLocks noGrp="1" noChangeArrowheads="1"/>
          </p:cNvSpPr>
          <p:nvPr/>
        </p:nvSpPr>
        <p:spPr bwMode="auto">
          <a:xfrm>
            <a:off x="3777608" y="9428583"/>
            <a:ext cx="2889938" cy="496332"/>
          </a:xfrm>
          <a:prstGeom prst="rect">
            <a:avLst/>
          </a:prstGeom>
          <a:noFill/>
          <a:ln w="9525">
            <a:noFill/>
            <a:miter lim="800000"/>
            <a:headEnd/>
            <a:tailEnd/>
          </a:ln>
        </p:spPr>
        <p:txBody>
          <a:bodyPr lIns="91426" tIns="45713" rIns="91426" bIns="45713" anchor="b"/>
          <a:lstStyle/>
          <a:p>
            <a:pPr algn="r"/>
            <a:fld id="{F57D06E3-AE3D-498F-94DB-DD6B1B9AA1BA}" type="slidenum">
              <a:rPr lang="en-US" sz="1200" noProof="1" smtClean="0"/>
              <a:pPr algn="r"/>
              <a:t>1</a:t>
            </a:fld>
            <a:endParaRPr lang="en-US" sz="1200" noProof="1"/>
          </a:p>
        </p:txBody>
      </p:sp>
      <p:sp>
        <p:nvSpPr>
          <p:cNvPr id="231427" name="Rectangle 7"/>
          <p:cNvSpPr txBox="1">
            <a:spLocks noGrp="1" noChangeArrowheads="1"/>
          </p:cNvSpPr>
          <p:nvPr/>
        </p:nvSpPr>
        <p:spPr bwMode="auto">
          <a:xfrm>
            <a:off x="3780695" y="9433753"/>
            <a:ext cx="2888394" cy="492885"/>
          </a:xfrm>
          <a:prstGeom prst="rect">
            <a:avLst/>
          </a:prstGeom>
          <a:noFill/>
          <a:ln w="9525">
            <a:noFill/>
            <a:miter lim="800000"/>
            <a:headEnd/>
            <a:tailEnd/>
          </a:ln>
        </p:spPr>
        <p:txBody>
          <a:bodyPr lIns="94809" tIns="47409" rIns="94809" bIns="47409" anchor="b"/>
          <a:lstStyle/>
          <a:p>
            <a:pPr algn="r" defTabSz="947592"/>
            <a:fld id="{4325F0E8-AEB7-4879-A06E-A5A28001E07F}" type="slidenum">
              <a:rPr lang="en-US" sz="1300" smtClean="0"/>
              <a:pPr algn="r" defTabSz="947592"/>
              <a:t>1</a:t>
            </a:fld>
            <a:endParaRPr lang="en-US" sz="1300" dirty="0"/>
          </a:p>
        </p:txBody>
      </p:sp>
      <p:sp>
        <p:nvSpPr>
          <p:cNvPr id="231428" name="Rectangle 2"/>
          <p:cNvSpPr>
            <a:spLocks noGrp="1" noRot="1" noChangeAspect="1" noChangeArrowheads="1" noTextEdit="1"/>
          </p:cNvSpPr>
          <p:nvPr>
            <p:ph type="sldImg"/>
          </p:nvPr>
        </p:nvSpPr>
        <p:spPr>
          <a:xfrm>
            <a:off x="25400" y="744538"/>
            <a:ext cx="6619875" cy="3724275"/>
          </a:xfrm>
          <a:ln/>
        </p:spPr>
      </p:sp>
      <p:sp>
        <p:nvSpPr>
          <p:cNvPr id="231429" name="Rectangle 3"/>
          <p:cNvSpPr>
            <a:spLocks noGrp="1" noChangeArrowheads="1"/>
          </p:cNvSpPr>
          <p:nvPr>
            <p:ph type="body" idx="1"/>
          </p:nvPr>
        </p:nvSpPr>
        <p:spPr>
          <a:xfrm>
            <a:off x="889213" y="4715154"/>
            <a:ext cx="4890665" cy="4466987"/>
          </a:xfrm>
          <a:noFill/>
          <a:ln/>
        </p:spPr>
        <p:txBody>
          <a:bodyPr lIns="94809" tIns="47409" rIns="94809" bIns="47409"/>
          <a:lstStyle/>
          <a:p>
            <a:pPr eaLnBrk="1" hangingPunct="1"/>
            <a:endParaRPr lang="en-US" noProof="1" smtClean="0">
              <a:cs typeface="Arial" pitchFamily="34" charset="0"/>
            </a:endParaRPr>
          </a:p>
        </p:txBody>
      </p:sp>
    </p:spTree>
    <p:extLst>
      <p:ext uri="{BB962C8B-B14F-4D97-AF65-F5344CB8AC3E}">
        <p14:creationId xmlns:p14="http://schemas.microsoft.com/office/powerpoint/2010/main" val="251983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txBox="1">
            <a:spLocks noGrp="1" noChangeArrowheads="1"/>
          </p:cNvSpPr>
          <p:nvPr/>
        </p:nvSpPr>
        <p:spPr bwMode="auto">
          <a:xfrm>
            <a:off x="3777608" y="9428583"/>
            <a:ext cx="2889938" cy="496332"/>
          </a:xfrm>
          <a:prstGeom prst="rect">
            <a:avLst/>
          </a:prstGeom>
          <a:noFill/>
          <a:ln w="9525">
            <a:noFill/>
            <a:miter lim="800000"/>
            <a:headEnd/>
            <a:tailEnd/>
          </a:ln>
        </p:spPr>
        <p:txBody>
          <a:bodyPr lIns="91426" tIns="45713" rIns="91426" bIns="45713" anchor="b"/>
          <a:lstStyle/>
          <a:p>
            <a:pPr algn="r"/>
            <a:fld id="{F57D06E3-AE3D-498F-94DB-DD6B1B9AA1BA}" type="slidenum">
              <a:rPr lang="en-US" sz="1200" noProof="1" smtClean="0"/>
              <a:pPr algn="r"/>
              <a:t>3</a:t>
            </a:fld>
            <a:endParaRPr lang="en-US" sz="1200" noProof="1"/>
          </a:p>
        </p:txBody>
      </p:sp>
      <p:sp>
        <p:nvSpPr>
          <p:cNvPr id="231427" name="Rectangle 7"/>
          <p:cNvSpPr txBox="1">
            <a:spLocks noGrp="1" noChangeArrowheads="1"/>
          </p:cNvSpPr>
          <p:nvPr/>
        </p:nvSpPr>
        <p:spPr bwMode="auto">
          <a:xfrm>
            <a:off x="3780695" y="9433753"/>
            <a:ext cx="2888394" cy="492885"/>
          </a:xfrm>
          <a:prstGeom prst="rect">
            <a:avLst/>
          </a:prstGeom>
          <a:noFill/>
          <a:ln w="9525">
            <a:noFill/>
            <a:miter lim="800000"/>
            <a:headEnd/>
            <a:tailEnd/>
          </a:ln>
        </p:spPr>
        <p:txBody>
          <a:bodyPr lIns="94809" tIns="47409" rIns="94809" bIns="47409" anchor="b"/>
          <a:lstStyle/>
          <a:p>
            <a:pPr algn="r" defTabSz="947592"/>
            <a:fld id="{4325F0E8-AEB7-4879-A06E-A5A28001E07F}" type="slidenum">
              <a:rPr lang="en-US" sz="1300" smtClean="0"/>
              <a:pPr algn="r" defTabSz="947592"/>
              <a:t>3</a:t>
            </a:fld>
            <a:endParaRPr lang="en-US" sz="1300" dirty="0"/>
          </a:p>
        </p:txBody>
      </p:sp>
      <p:sp>
        <p:nvSpPr>
          <p:cNvPr id="231428" name="Rectangle 2"/>
          <p:cNvSpPr>
            <a:spLocks noGrp="1" noRot="1" noChangeAspect="1" noChangeArrowheads="1" noTextEdit="1"/>
          </p:cNvSpPr>
          <p:nvPr>
            <p:ph type="sldImg"/>
          </p:nvPr>
        </p:nvSpPr>
        <p:spPr>
          <a:xfrm>
            <a:off x="25400" y="744538"/>
            <a:ext cx="6619875" cy="3724275"/>
          </a:xfrm>
          <a:ln/>
        </p:spPr>
      </p:sp>
      <p:sp>
        <p:nvSpPr>
          <p:cNvPr id="231429" name="Rectangle 3"/>
          <p:cNvSpPr>
            <a:spLocks noGrp="1" noChangeArrowheads="1"/>
          </p:cNvSpPr>
          <p:nvPr>
            <p:ph type="body" idx="1"/>
          </p:nvPr>
        </p:nvSpPr>
        <p:spPr>
          <a:xfrm>
            <a:off x="889213" y="4715154"/>
            <a:ext cx="4890665" cy="4466987"/>
          </a:xfrm>
          <a:noFill/>
          <a:ln/>
        </p:spPr>
        <p:txBody>
          <a:bodyPr lIns="94809" tIns="47409" rIns="94809" bIns="47409"/>
          <a:lstStyle/>
          <a:p>
            <a:pPr eaLnBrk="1" hangingPunct="1"/>
            <a:endParaRPr lang="en-US" noProof="1" smtClean="0">
              <a:cs typeface="Arial" pitchFamily="34" charset="0"/>
            </a:endParaRPr>
          </a:p>
        </p:txBody>
      </p:sp>
    </p:spTree>
    <p:extLst>
      <p:ext uri="{BB962C8B-B14F-4D97-AF65-F5344CB8AC3E}">
        <p14:creationId xmlns:p14="http://schemas.microsoft.com/office/powerpoint/2010/main" val="2519830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14CEB38-DA38-4F43-AFB8-94FE45CA5866}" type="slidenum">
              <a:rPr lang="en-US" smtClean="0"/>
              <a:pPr/>
              <a:t>4</a:t>
            </a:fld>
            <a:endParaRPr lang="en-US" dirty="0"/>
          </a:p>
        </p:txBody>
      </p:sp>
    </p:spTree>
    <p:extLst>
      <p:ext uri="{BB962C8B-B14F-4D97-AF65-F5344CB8AC3E}">
        <p14:creationId xmlns:p14="http://schemas.microsoft.com/office/powerpoint/2010/main" val="4079739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txBox="1">
            <a:spLocks noGrp="1" noChangeArrowheads="1"/>
          </p:cNvSpPr>
          <p:nvPr/>
        </p:nvSpPr>
        <p:spPr bwMode="auto">
          <a:xfrm>
            <a:off x="3777608" y="9428583"/>
            <a:ext cx="2889938" cy="496332"/>
          </a:xfrm>
          <a:prstGeom prst="rect">
            <a:avLst/>
          </a:prstGeom>
          <a:noFill/>
          <a:ln w="9525">
            <a:noFill/>
            <a:miter lim="800000"/>
            <a:headEnd/>
            <a:tailEnd/>
          </a:ln>
        </p:spPr>
        <p:txBody>
          <a:bodyPr lIns="91426" tIns="45713" rIns="91426" bIns="45713" anchor="b"/>
          <a:lstStyle/>
          <a:p>
            <a:pPr algn="r"/>
            <a:fld id="{F57D06E3-AE3D-498F-94DB-DD6B1B9AA1BA}" type="slidenum">
              <a:rPr lang="en-US" sz="1200" noProof="1" smtClean="0"/>
              <a:pPr algn="r"/>
              <a:t>6</a:t>
            </a:fld>
            <a:endParaRPr lang="en-US" sz="1200" noProof="1"/>
          </a:p>
        </p:txBody>
      </p:sp>
      <p:sp>
        <p:nvSpPr>
          <p:cNvPr id="231427" name="Rectangle 7"/>
          <p:cNvSpPr txBox="1">
            <a:spLocks noGrp="1" noChangeArrowheads="1"/>
          </p:cNvSpPr>
          <p:nvPr/>
        </p:nvSpPr>
        <p:spPr bwMode="auto">
          <a:xfrm>
            <a:off x="3780695" y="9433753"/>
            <a:ext cx="2888394" cy="492885"/>
          </a:xfrm>
          <a:prstGeom prst="rect">
            <a:avLst/>
          </a:prstGeom>
          <a:noFill/>
          <a:ln w="9525">
            <a:noFill/>
            <a:miter lim="800000"/>
            <a:headEnd/>
            <a:tailEnd/>
          </a:ln>
        </p:spPr>
        <p:txBody>
          <a:bodyPr lIns="94809" tIns="47409" rIns="94809" bIns="47409" anchor="b"/>
          <a:lstStyle/>
          <a:p>
            <a:pPr algn="r" defTabSz="947592"/>
            <a:fld id="{4325F0E8-AEB7-4879-A06E-A5A28001E07F}" type="slidenum">
              <a:rPr lang="en-US" sz="1300" smtClean="0"/>
              <a:pPr algn="r" defTabSz="947592"/>
              <a:t>6</a:t>
            </a:fld>
            <a:endParaRPr lang="en-US" sz="1300" dirty="0"/>
          </a:p>
        </p:txBody>
      </p:sp>
      <p:sp>
        <p:nvSpPr>
          <p:cNvPr id="231428" name="Rectangle 2"/>
          <p:cNvSpPr>
            <a:spLocks noGrp="1" noRot="1" noChangeAspect="1" noChangeArrowheads="1" noTextEdit="1"/>
          </p:cNvSpPr>
          <p:nvPr>
            <p:ph type="sldImg"/>
          </p:nvPr>
        </p:nvSpPr>
        <p:spPr>
          <a:xfrm>
            <a:off x="25400" y="744538"/>
            <a:ext cx="6619875" cy="3724275"/>
          </a:xfrm>
          <a:ln/>
        </p:spPr>
      </p:sp>
      <p:sp>
        <p:nvSpPr>
          <p:cNvPr id="231429" name="Rectangle 3"/>
          <p:cNvSpPr>
            <a:spLocks noGrp="1" noChangeArrowheads="1"/>
          </p:cNvSpPr>
          <p:nvPr>
            <p:ph type="body" idx="1"/>
          </p:nvPr>
        </p:nvSpPr>
        <p:spPr>
          <a:xfrm>
            <a:off x="889213" y="4715154"/>
            <a:ext cx="4890665" cy="4466987"/>
          </a:xfrm>
          <a:noFill/>
          <a:ln/>
        </p:spPr>
        <p:txBody>
          <a:bodyPr lIns="94809" tIns="47409" rIns="94809" bIns="47409"/>
          <a:lstStyle/>
          <a:p>
            <a:pPr eaLnBrk="1" hangingPunct="1"/>
            <a:endParaRPr lang="en-US" noProof="1" smtClean="0">
              <a:cs typeface="Arial" pitchFamily="34" charset="0"/>
            </a:endParaRPr>
          </a:p>
        </p:txBody>
      </p:sp>
    </p:spTree>
    <p:extLst>
      <p:ext uri="{BB962C8B-B14F-4D97-AF65-F5344CB8AC3E}">
        <p14:creationId xmlns:p14="http://schemas.microsoft.com/office/powerpoint/2010/main" val="2519830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14CEB38-DA38-4F43-AFB8-94FE45CA5866}" type="slidenum">
              <a:rPr lang="en-US" smtClean="0"/>
              <a:pPr/>
              <a:t>7</a:t>
            </a:fld>
            <a:endParaRPr lang="en-US" dirty="0"/>
          </a:p>
        </p:txBody>
      </p:sp>
    </p:spTree>
    <p:extLst>
      <p:ext uri="{BB962C8B-B14F-4D97-AF65-F5344CB8AC3E}">
        <p14:creationId xmlns:p14="http://schemas.microsoft.com/office/powerpoint/2010/main" val="1030068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txBox="1">
            <a:spLocks noGrp="1" noChangeArrowheads="1"/>
          </p:cNvSpPr>
          <p:nvPr/>
        </p:nvSpPr>
        <p:spPr bwMode="auto">
          <a:xfrm>
            <a:off x="3777608" y="9428583"/>
            <a:ext cx="2889938" cy="496332"/>
          </a:xfrm>
          <a:prstGeom prst="rect">
            <a:avLst/>
          </a:prstGeom>
          <a:noFill/>
          <a:ln w="9525">
            <a:noFill/>
            <a:miter lim="800000"/>
            <a:headEnd/>
            <a:tailEnd/>
          </a:ln>
        </p:spPr>
        <p:txBody>
          <a:bodyPr lIns="91426" tIns="45713" rIns="91426" bIns="45713" anchor="b"/>
          <a:lstStyle/>
          <a:p>
            <a:pPr algn="r"/>
            <a:fld id="{F57D06E3-AE3D-498F-94DB-DD6B1B9AA1BA}" type="slidenum">
              <a:rPr lang="en-US" sz="1200" noProof="1" smtClean="0"/>
              <a:pPr algn="r"/>
              <a:t>8</a:t>
            </a:fld>
            <a:endParaRPr lang="en-US" sz="1200" noProof="1"/>
          </a:p>
        </p:txBody>
      </p:sp>
      <p:sp>
        <p:nvSpPr>
          <p:cNvPr id="231427" name="Rectangle 7"/>
          <p:cNvSpPr txBox="1">
            <a:spLocks noGrp="1" noChangeArrowheads="1"/>
          </p:cNvSpPr>
          <p:nvPr/>
        </p:nvSpPr>
        <p:spPr bwMode="auto">
          <a:xfrm>
            <a:off x="3780695" y="9433753"/>
            <a:ext cx="2888394" cy="492885"/>
          </a:xfrm>
          <a:prstGeom prst="rect">
            <a:avLst/>
          </a:prstGeom>
          <a:noFill/>
          <a:ln w="9525">
            <a:noFill/>
            <a:miter lim="800000"/>
            <a:headEnd/>
            <a:tailEnd/>
          </a:ln>
        </p:spPr>
        <p:txBody>
          <a:bodyPr lIns="94809" tIns="47409" rIns="94809" bIns="47409" anchor="b"/>
          <a:lstStyle/>
          <a:p>
            <a:pPr algn="r" defTabSz="947592"/>
            <a:fld id="{4325F0E8-AEB7-4879-A06E-A5A28001E07F}" type="slidenum">
              <a:rPr lang="en-US" sz="1300" smtClean="0"/>
              <a:pPr algn="r" defTabSz="947592"/>
              <a:t>8</a:t>
            </a:fld>
            <a:endParaRPr lang="en-US" sz="1300" dirty="0"/>
          </a:p>
        </p:txBody>
      </p:sp>
      <p:sp>
        <p:nvSpPr>
          <p:cNvPr id="231428" name="Rectangle 2"/>
          <p:cNvSpPr>
            <a:spLocks noGrp="1" noRot="1" noChangeAspect="1" noChangeArrowheads="1" noTextEdit="1"/>
          </p:cNvSpPr>
          <p:nvPr>
            <p:ph type="sldImg"/>
          </p:nvPr>
        </p:nvSpPr>
        <p:spPr>
          <a:xfrm>
            <a:off x="25400" y="744538"/>
            <a:ext cx="6619875" cy="3724275"/>
          </a:xfrm>
          <a:ln/>
        </p:spPr>
      </p:sp>
      <p:sp>
        <p:nvSpPr>
          <p:cNvPr id="231429" name="Rectangle 3"/>
          <p:cNvSpPr>
            <a:spLocks noGrp="1" noChangeArrowheads="1"/>
          </p:cNvSpPr>
          <p:nvPr>
            <p:ph type="body" idx="1"/>
          </p:nvPr>
        </p:nvSpPr>
        <p:spPr>
          <a:xfrm>
            <a:off x="889213" y="4715154"/>
            <a:ext cx="4890665" cy="4466987"/>
          </a:xfrm>
          <a:noFill/>
          <a:ln/>
        </p:spPr>
        <p:txBody>
          <a:bodyPr lIns="94809" tIns="47409" rIns="94809" bIns="47409"/>
          <a:lstStyle/>
          <a:p>
            <a:pPr eaLnBrk="1" hangingPunct="1"/>
            <a:endParaRPr lang="en-US" noProof="1" smtClean="0">
              <a:cs typeface="Arial" pitchFamily="34" charset="0"/>
            </a:endParaRPr>
          </a:p>
        </p:txBody>
      </p:sp>
    </p:spTree>
    <p:extLst>
      <p:ext uri="{BB962C8B-B14F-4D97-AF65-F5344CB8AC3E}">
        <p14:creationId xmlns:p14="http://schemas.microsoft.com/office/powerpoint/2010/main" val="2519830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14CEB38-DA38-4F43-AFB8-94FE45CA5866}" type="slidenum">
              <a:rPr lang="en-US" smtClean="0"/>
              <a:pPr/>
              <a:t>9</a:t>
            </a:fld>
            <a:endParaRPr lang="en-US" dirty="0"/>
          </a:p>
        </p:txBody>
      </p:sp>
    </p:spTree>
    <p:extLst>
      <p:ext uri="{BB962C8B-B14F-4D97-AF65-F5344CB8AC3E}">
        <p14:creationId xmlns:p14="http://schemas.microsoft.com/office/powerpoint/2010/main" val="407973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txBox="1">
            <a:spLocks noGrp="1" noChangeArrowheads="1"/>
          </p:cNvSpPr>
          <p:nvPr/>
        </p:nvSpPr>
        <p:spPr bwMode="auto">
          <a:xfrm>
            <a:off x="3777608" y="9428583"/>
            <a:ext cx="2889938" cy="496332"/>
          </a:xfrm>
          <a:prstGeom prst="rect">
            <a:avLst/>
          </a:prstGeom>
          <a:noFill/>
          <a:ln w="9525">
            <a:noFill/>
            <a:miter lim="800000"/>
            <a:headEnd/>
            <a:tailEnd/>
          </a:ln>
        </p:spPr>
        <p:txBody>
          <a:bodyPr lIns="91426" tIns="45713" rIns="91426" bIns="45713" anchor="b"/>
          <a:lstStyle/>
          <a:p>
            <a:pPr algn="r"/>
            <a:fld id="{F57D06E3-AE3D-498F-94DB-DD6B1B9AA1BA}" type="slidenum">
              <a:rPr lang="en-US" sz="1200" noProof="1" smtClean="0"/>
              <a:pPr algn="r"/>
              <a:t>11</a:t>
            </a:fld>
            <a:endParaRPr lang="en-US" sz="1200" noProof="1"/>
          </a:p>
        </p:txBody>
      </p:sp>
      <p:sp>
        <p:nvSpPr>
          <p:cNvPr id="231427" name="Rectangle 7"/>
          <p:cNvSpPr txBox="1">
            <a:spLocks noGrp="1" noChangeArrowheads="1"/>
          </p:cNvSpPr>
          <p:nvPr/>
        </p:nvSpPr>
        <p:spPr bwMode="auto">
          <a:xfrm>
            <a:off x="3780695" y="9433753"/>
            <a:ext cx="2888394" cy="492885"/>
          </a:xfrm>
          <a:prstGeom prst="rect">
            <a:avLst/>
          </a:prstGeom>
          <a:noFill/>
          <a:ln w="9525">
            <a:noFill/>
            <a:miter lim="800000"/>
            <a:headEnd/>
            <a:tailEnd/>
          </a:ln>
        </p:spPr>
        <p:txBody>
          <a:bodyPr lIns="94809" tIns="47409" rIns="94809" bIns="47409" anchor="b"/>
          <a:lstStyle/>
          <a:p>
            <a:pPr algn="r" defTabSz="947592"/>
            <a:fld id="{4325F0E8-AEB7-4879-A06E-A5A28001E07F}" type="slidenum">
              <a:rPr lang="en-US" sz="1300" smtClean="0"/>
              <a:pPr algn="r" defTabSz="947592"/>
              <a:t>11</a:t>
            </a:fld>
            <a:endParaRPr lang="en-US" sz="1300" dirty="0"/>
          </a:p>
        </p:txBody>
      </p:sp>
      <p:sp>
        <p:nvSpPr>
          <p:cNvPr id="231428" name="Rectangle 2"/>
          <p:cNvSpPr>
            <a:spLocks noGrp="1" noRot="1" noChangeAspect="1" noChangeArrowheads="1" noTextEdit="1"/>
          </p:cNvSpPr>
          <p:nvPr>
            <p:ph type="sldImg"/>
          </p:nvPr>
        </p:nvSpPr>
        <p:spPr>
          <a:xfrm>
            <a:off x="25400" y="744538"/>
            <a:ext cx="6619875" cy="3724275"/>
          </a:xfrm>
          <a:ln/>
        </p:spPr>
      </p:sp>
      <p:sp>
        <p:nvSpPr>
          <p:cNvPr id="231429" name="Rectangle 3"/>
          <p:cNvSpPr>
            <a:spLocks noGrp="1" noChangeArrowheads="1"/>
          </p:cNvSpPr>
          <p:nvPr>
            <p:ph type="body" idx="1"/>
          </p:nvPr>
        </p:nvSpPr>
        <p:spPr>
          <a:xfrm>
            <a:off x="889213" y="4715154"/>
            <a:ext cx="4890665" cy="4466987"/>
          </a:xfrm>
          <a:noFill/>
          <a:ln/>
        </p:spPr>
        <p:txBody>
          <a:bodyPr lIns="94809" tIns="47409" rIns="94809" bIns="47409"/>
          <a:lstStyle/>
          <a:p>
            <a:pPr eaLnBrk="1" hangingPunct="1"/>
            <a:endParaRPr lang="en-US" noProof="1" smtClean="0">
              <a:cs typeface="Arial" pitchFamily="34" charset="0"/>
            </a:endParaRPr>
          </a:p>
        </p:txBody>
      </p:sp>
    </p:spTree>
    <p:extLst>
      <p:ext uri="{BB962C8B-B14F-4D97-AF65-F5344CB8AC3E}">
        <p14:creationId xmlns:p14="http://schemas.microsoft.com/office/powerpoint/2010/main" val="2519830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14CEB38-DA38-4F43-AFB8-94FE45CA5866}" type="slidenum">
              <a:rPr lang="en-US" smtClean="0"/>
              <a:pPr/>
              <a:t>12</a:t>
            </a:fld>
            <a:endParaRPr lang="en-US" dirty="0"/>
          </a:p>
        </p:txBody>
      </p:sp>
    </p:spTree>
    <p:extLst>
      <p:ext uri="{BB962C8B-B14F-4D97-AF65-F5344CB8AC3E}">
        <p14:creationId xmlns:p14="http://schemas.microsoft.com/office/powerpoint/2010/main" val="1030068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txBox="1">
            <a:spLocks noGrp="1" noChangeArrowheads="1"/>
          </p:cNvSpPr>
          <p:nvPr/>
        </p:nvSpPr>
        <p:spPr bwMode="auto">
          <a:xfrm>
            <a:off x="3777608" y="9428583"/>
            <a:ext cx="2889938" cy="496332"/>
          </a:xfrm>
          <a:prstGeom prst="rect">
            <a:avLst/>
          </a:prstGeom>
          <a:noFill/>
          <a:ln w="9525">
            <a:noFill/>
            <a:miter lim="800000"/>
            <a:headEnd/>
            <a:tailEnd/>
          </a:ln>
        </p:spPr>
        <p:txBody>
          <a:bodyPr lIns="91426" tIns="45713" rIns="91426" bIns="45713" anchor="b"/>
          <a:lstStyle/>
          <a:p>
            <a:pPr algn="r"/>
            <a:fld id="{F57D06E3-AE3D-498F-94DB-DD6B1B9AA1BA}" type="slidenum">
              <a:rPr lang="en-US" sz="1200" noProof="1" smtClean="0"/>
              <a:pPr algn="r"/>
              <a:t>13</a:t>
            </a:fld>
            <a:endParaRPr lang="en-US" sz="1200" noProof="1"/>
          </a:p>
        </p:txBody>
      </p:sp>
      <p:sp>
        <p:nvSpPr>
          <p:cNvPr id="231427" name="Rectangle 7"/>
          <p:cNvSpPr txBox="1">
            <a:spLocks noGrp="1" noChangeArrowheads="1"/>
          </p:cNvSpPr>
          <p:nvPr/>
        </p:nvSpPr>
        <p:spPr bwMode="auto">
          <a:xfrm>
            <a:off x="3780695" y="9433753"/>
            <a:ext cx="2888394" cy="492885"/>
          </a:xfrm>
          <a:prstGeom prst="rect">
            <a:avLst/>
          </a:prstGeom>
          <a:noFill/>
          <a:ln w="9525">
            <a:noFill/>
            <a:miter lim="800000"/>
            <a:headEnd/>
            <a:tailEnd/>
          </a:ln>
        </p:spPr>
        <p:txBody>
          <a:bodyPr lIns="94809" tIns="47409" rIns="94809" bIns="47409" anchor="b"/>
          <a:lstStyle/>
          <a:p>
            <a:pPr algn="r" defTabSz="947592"/>
            <a:fld id="{4325F0E8-AEB7-4879-A06E-A5A28001E07F}" type="slidenum">
              <a:rPr lang="en-US" sz="1300" smtClean="0"/>
              <a:pPr algn="r" defTabSz="947592"/>
              <a:t>13</a:t>
            </a:fld>
            <a:endParaRPr lang="en-US" sz="1300" dirty="0"/>
          </a:p>
        </p:txBody>
      </p:sp>
      <p:sp>
        <p:nvSpPr>
          <p:cNvPr id="231428" name="Rectangle 2"/>
          <p:cNvSpPr>
            <a:spLocks noGrp="1" noRot="1" noChangeAspect="1" noChangeArrowheads="1" noTextEdit="1"/>
          </p:cNvSpPr>
          <p:nvPr>
            <p:ph type="sldImg"/>
          </p:nvPr>
        </p:nvSpPr>
        <p:spPr>
          <a:xfrm>
            <a:off x="25400" y="744538"/>
            <a:ext cx="6619875" cy="3724275"/>
          </a:xfrm>
          <a:ln/>
        </p:spPr>
      </p:sp>
      <p:sp>
        <p:nvSpPr>
          <p:cNvPr id="231429" name="Rectangle 3"/>
          <p:cNvSpPr>
            <a:spLocks noGrp="1" noChangeArrowheads="1"/>
          </p:cNvSpPr>
          <p:nvPr>
            <p:ph type="body" idx="1"/>
          </p:nvPr>
        </p:nvSpPr>
        <p:spPr>
          <a:xfrm>
            <a:off x="889213" y="4715154"/>
            <a:ext cx="4890665" cy="4466987"/>
          </a:xfrm>
          <a:noFill/>
          <a:ln/>
        </p:spPr>
        <p:txBody>
          <a:bodyPr lIns="94809" tIns="47409" rIns="94809" bIns="47409"/>
          <a:lstStyle/>
          <a:p>
            <a:pPr eaLnBrk="1" hangingPunct="1"/>
            <a:endParaRPr lang="en-US" noProof="1" smtClean="0">
              <a:cs typeface="Arial" pitchFamily="34" charset="0"/>
            </a:endParaRPr>
          </a:p>
        </p:txBody>
      </p:sp>
    </p:spTree>
    <p:extLst>
      <p:ext uri="{BB962C8B-B14F-4D97-AF65-F5344CB8AC3E}">
        <p14:creationId xmlns:p14="http://schemas.microsoft.com/office/powerpoint/2010/main" val="2519830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14CEB38-DA38-4F43-AFB8-94FE45CA5866}" type="slidenum">
              <a:rPr lang="en-US" smtClean="0"/>
              <a:pPr/>
              <a:t>14</a:t>
            </a:fld>
            <a:endParaRPr lang="en-US" dirty="0"/>
          </a:p>
        </p:txBody>
      </p:sp>
    </p:spTree>
    <p:extLst>
      <p:ext uri="{BB962C8B-B14F-4D97-AF65-F5344CB8AC3E}">
        <p14:creationId xmlns:p14="http://schemas.microsoft.com/office/powerpoint/2010/main" val="4079739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grpSp>
        <p:nvGrpSpPr>
          <p:cNvPr id="19" name="Gruppieren 18"/>
          <p:cNvGrpSpPr/>
          <p:nvPr userDrawn="1"/>
        </p:nvGrpSpPr>
        <p:grpSpPr>
          <a:xfrm>
            <a:off x="5096180" y="-364099"/>
            <a:ext cx="7116058" cy="5747957"/>
            <a:chOff x="5096181" y="-364099"/>
            <a:chExt cx="7116058" cy="5747957"/>
          </a:xfrm>
        </p:grpSpPr>
        <p:grpSp>
          <p:nvGrpSpPr>
            <p:cNvPr id="15" name="Gruppieren 14"/>
            <p:cNvGrpSpPr/>
            <p:nvPr userDrawn="1"/>
          </p:nvGrpSpPr>
          <p:grpSpPr>
            <a:xfrm>
              <a:off x="7412564" y="0"/>
              <a:ext cx="4799675" cy="5383858"/>
              <a:chOff x="7412564" y="0"/>
              <a:chExt cx="4799675" cy="5383858"/>
            </a:xfrm>
          </p:grpSpPr>
          <p:sp>
            <p:nvSpPr>
              <p:cNvPr id="154" name="Flussdiagramm: Daten 6"/>
              <p:cNvSpPr/>
              <p:nvPr userDrawn="1"/>
            </p:nvSpPr>
            <p:spPr>
              <a:xfrm rot="18300000" flipV="1">
                <a:off x="11138042" y="4789119"/>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5" name="Rechteck 64"/>
              <p:cNvSpPr/>
              <p:nvPr userDrawn="1"/>
            </p:nvSpPr>
            <p:spPr>
              <a:xfrm>
                <a:off x="7412564" y="0"/>
                <a:ext cx="4323966" cy="5163263"/>
              </a:xfrm>
              <a:custGeom>
                <a:avLst/>
                <a:gdLst/>
                <a:ahLst/>
                <a:cxnLst/>
                <a:rect l="l" t="t" r="r" b="b"/>
                <a:pathLst>
                  <a:path w="4323966" h="5163263">
                    <a:moveTo>
                      <a:pt x="3620052" y="5163123"/>
                    </a:moveTo>
                    <a:lnTo>
                      <a:pt x="3971956" y="5163193"/>
                    </a:lnTo>
                    <a:lnTo>
                      <a:pt x="3620150" y="5163263"/>
                    </a:lnTo>
                    <a:close/>
                    <a:moveTo>
                      <a:pt x="4323914" y="5163049"/>
                    </a:moveTo>
                    <a:lnTo>
                      <a:pt x="4323966" y="5163124"/>
                    </a:lnTo>
                    <a:lnTo>
                      <a:pt x="4323863" y="5163123"/>
                    </a:lnTo>
                    <a:close/>
                    <a:moveTo>
                      <a:pt x="0" y="0"/>
                    </a:moveTo>
                    <a:lnTo>
                      <a:pt x="701793" y="0"/>
                    </a:lnTo>
                    <a:lnTo>
                      <a:pt x="3971956" y="4661361"/>
                    </a:lnTo>
                    <a:lnTo>
                      <a:pt x="3620000" y="516304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71" name="Rechteck 70"/>
              <p:cNvSpPr/>
              <p:nvPr userDrawn="1"/>
            </p:nvSpPr>
            <p:spPr>
              <a:xfrm>
                <a:off x="11032510" y="3481511"/>
                <a:ext cx="1179729" cy="1681751"/>
              </a:xfrm>
              <a:custGeom>
                <a:avLst/>
                <a:gdLst/>
                <a:ahLst/>
                <a:cxnLst/>
                <a:rect l="l" t="t" r="r" b="b"/>
                <a:pathLst>
                  <a:path w="1179729" h="1681751">
                    <a:moveTo>
                      <a:pt x="703915" y="1681612"/>
                    </a:moveTo>
                    <a:lnTo>
                      <a:pt x="703816" y="1681751"/>
                    </a:lnTo>
                    <a:lnTo>
                      <a:pt x="352009" y="1681682"/>
                    </a:lnTo>
                    <a:close/>
                    <a:moveTo>
                      <a:pt x="51" y="1681538"/>
                    </a:moveTo>
                    <a:lnTo>
                      <a:pt x="103" y="1681611"/>
                    </a:lnTo>
                    <a:lnTo>
                      <a:pt x="0" y="1681612"/>
                    </a:lnTo>
                    <a:close/>
                    <a:moveTo>
                      <a:pt x="1179729" y="0"/>
                    </a:moveTo>
                    <a:lnTo>
                      <a:pt x="1179729" y="1002978"/>
                    </a:lnTo>
                    <a:lnTo>
                      <a:pt x="703966" y="1681538"/>
                    </a:lnTo>
                    <a:lnTo>
                      <a:pt x="352009" y="11798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9" name="Gruppieren 8"/>
            <p:cNvGrpSpPr/>
            <p:nvPr userDrawn="1"/>
          </p:nvGrpSpPr>
          <p:grpSpPr>
            <a:xfrm>
              <a:off x="5096181" y="-364099"/>
              <a:ext cx="2182565" cy="2194247"/>
              <a:chOff x="5096181" y="-364099"/>
              <a:chExt cx="2182565" cy="2194247"/>
            </a:xfrm>
          </p:grpSpPr>
          <p:sp>
            <p:nvSpPr>
              <p:cNvPr id="161" name="Flussdiagramm: Daten 6"/>
              <p:cNvSpPr/>
              <p:nvPr userDrawn="1"/>
            </p:nvSpPr>
            <p:spPr>
              <a:xfrm rot="3300000" flipH="1" flipV="1">
                <a:off x="4287921" y="444161"/>
                <a:ext cx="2194247" cy="577727"/>
              </a:xfrm>
              <a:custGeom>
                <a:avLst/>
                <a:gdLst/>
                <a:ahLst/>
                <a:cxnLst/>
                <a:rect l="l" t="t" r="r" b="b"/>
                <a:pathLst>
                  <a:path w="2194247" h="577727">
                    <a:moveTo>
                      <a:pt x="403750" y="1115"/>
                    </a:moveTo>
                    <a:lnTo>
                      <a:pt x="201848" y="289338"/>
                    </a:lnTo>
                    <a:lnTo>
                      <a:pt x="403580" y="1115"/>
                    </a:lnTo>
                    <a:close/>
                    <a:moveTo>
                      <a:pt x="92" y="577727"/>
                    </a:moveTo>
                    <a:lnTo>
                      <a:pt x="0" y="577727"/>
                    </a:lnTo>
                    <a:lnTo>
                      <a:pt x="60" y="577643"/>
                    </a:lnTo>
                    <a:close/>
                    <a:moveTo>
                      <a:pt x="2194247" y="0"/>
                    </a:moveTo>
                    <a:lnTo>
                      <a:pt x="1790844" y="576119"/>
                    </a:lnTo>
                    <a:lnTo>
                      <a:pt x="612925" y="577177"/>
                    </a:lnTo>
                    <a:lnTo>
                      <a:pt x="403841" y="111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2" name="Flussdiagramm: Daten 6"/>
              <p:cNvSpPr/>
              <p:nvPr userDrawn="1"/>
            </p:nvSpPr>
            <p:spPr>
              <a:xfrm rot="18300000" flipV="1">
                <a:off x="5652464" y="1092046"/>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9" name="Rechteck 58"/>
              <p:cNvSpPr/>
              <p:nvPr userDrawn="1"/>
            </p:nvSpPr>
            <p:spPr>
              <a:xfrm>
                <a:off x="5546932" y="0"/>
                <a:ext cx="1731814" cy="1466188"/>
              </a:xfrm>
              <a:custGeom>
                <a:avLst/>
                <a:gdLst/>
                <a:ahLst/>
                <a:cxnLst/>
                <a:rect l="l" t="t" r="r" b="b"/>
                <a:pathLst>
                  <a:path w="1731814" h="1466188">
                    <a:moveTo>
                      <a:pt x="703915" y="1466049"/>
                    </a:moveTo>
                    <a:lnTo>
                      <a:pt x="703816" y="1466188"/>
                    </a:lnTo>
                    <a:lnTo>
                      <a:pt x="352009" y="1466120"/>
                    </a:lnTo>
                    <a:close/>
                    <a:moveTo>
                      <a:pt x="51" y="1465976"/>
                    </a:moveTo>
                    <a:lnTo>
                      <a:pt x="103" y="1466049"/>
                    </a:lnTo>
                    <a:lnTo>
                      <a:pt x="0" y="1466049"/>
                    </a:lnTo>
                    <a:close/>
                    <a:moveTo>
                      <a:pt x="1028502" y="0"/>
                    </a:moveTo>
                    <a:lnTo>
                      <a:pt x="1731814" y="0"/>
                    </a:lnTo>
                    <a:lnTo>
                      <a:pt x="703966" y="1465976"/>
                    </a:lnTo>
                    <a:lnTo>
                      <a:pt x="352009" y="96428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14" name="Gruppieren 13"/>
            <p:cNvGrpSpPr/>
            <p:nvPr userDrawn="1"/>
          </p:nvGrpSpPr>
          <p:grpSpPr>
            <a:xfrm>
              <a:off x="6940642" y="0"/>
              <a:ext cx="2274153" cy="1470862"/>
              <a:chOff x="6940642" y="0"/>
              <a:chExt cx="2274153" cy="1470862"/>
            </a:xfrm>
          </p:grpSpPr>
          <p:sp>
            <p:nvSpPr>
              <p:cNvPr id="126" name="Flussdiagramm: Daten 6"/>
              <p:cNvSpPr/>
              <p:nvPr userDrawn="1"/>
            </p:nvSpPr>
            <p:spPr>
              <a:xfrm rot="18300000" flipV="1">
                <a:off x="7945440" y="1151680"/>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2" name="Rechteck 61"/>
              <p:cNvSpPr/>
              <p:nvPr userDrawn="1"/>
            </p:nvSpPr>
            <p:spPr>
              <a:xfrm>
                <a:off x="6940642" y="0"/>
                <a:ext cx="1325990" cy="1352474"/>
              </a:xfrm>
              <a:custGeom>
                <a:avLst/>
                <a:gdLst/>
                <a:ahLst/>
                <a:cxnLst/>
                <a:rect l="l" t="t" r="r" b="b"/>
                <a:pathLst>
                  <a:path w="1325990" h="1352474">
                    <a:moveTo>
                      <a:pt x="948216" y="1352399"/>
                    </a:moveTo>
                    <a:lnTo>
                      <a:pt x="1137075" y="1352438"/>
                    </a:lnTo>
                    <a:lnTo>
                      <a:pt x="948268" y="1352474"/>
                    </a:lnTo>
                    <a:close/>
                    <a:moveTo>
                      <a:pt x="1325962" y="1352359"/>
                    </a:moveTo>
                    <a:lnTo>
                      <a:pt x="1325990" y="1352400"/>
                    </a:lnTo>
                    <a:lnTo>
                      <a:pt x="1325935" y="1352399"/>
                    </a:lnTo>
                    <a:close/>
                    <a:moveTo>
                      <a:pt x="0" y="0"/>
                    </a:moveTo>
                    <a:lnTo>
                      <a:pt x="377220" y="0"/>
                    </a:lnTo>
                    <a:lnTo>
                      <a:pt x="1137076" y="1083116"/>
                    </a:lnTo>
                    <a:lnTo>
                      <a:pt x="948188" y="135236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3" name="Rechteck 62"/>
              <p:cNvSpPr/>
              <p:nvPr userDrawn="1"/>
            </p:nvSpPr>
            <p:spPr>
              <a:xfrm>
                <a:off x="7888805" y="0"/>
                <a:ext cx="1325990" cy="1352475"/>
              </a:xfrm>
              <a:custGeom>
                <a:avLst/>
                <a:gdLst/>
                <a:ahLst/>
                <a:cxnLst/>
                <a:rect l="l" t="t" r="r" b="b"/>
                <a:pathLst>
                  <a:path w="1325990" h="1352475">
                    <a:moveTo>
                      <a:pt x="377774" y="1352400"/>
                    </a:moveTo>
                    <a:lnTo>
                      <a:pt x="377722" y="1352475"/>
                    </a:lnTo>
                    <a:lnTo>
                      <a:pt x="188914" y="1352438"/>
                    </a:lnTo>
                    <a:close/>
                    <a:moveTo>
                      <a:pt x="26" y="1352361"/>
                    </a:moveTo>
                    <a:lnTo>
                      <a:pt x="55" y="1352400"/>
                    </a:lnTo>
                    <a:lnTo>
                      <a:pt x="0" y="1352400"/>
                    </a:lnTo>
                    <a:close/>
                    <a:moveTo>
                      <a:pt x="948771" y="0"/>
                    </a:moveTo>
                    <a:lnTo>
                      <a:pt x="1325990" y="0"/>
                    </a:lnTo>
                    <a:lnTo>
                      <a:pt x="377802" y="1352361"/>
                    </a:lnTo>
                    <a:lnTo>
                      <a:pt x="188914" y="1083117"/>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17" name="Gruppieren 16"/>
            <p:cNvGrpSpPr/>
            <p:nvPr userDrawn="1"/>
          </p:nvGrpSpPr>
          <p:grpSpPr>
            <a:xfrm>
              <a:off x="9665525" y="0"/>
              <a:ext cx="2546714" cy="2285187"/>
              <a:chOff x="9665525" y="0"/>
              <a:chExt cx="2546714" cy="2285187"/>
            </a:xfrm>
          </p:grpSpPr>
          <p:sp>
            <p:nvSpPr>
              <p:cNvPr id="134" name="Flussdiagramm: Daten 6"/>
              <p:cNvSpPr/>
              <p:nvPr userDrawn="1"/>
            </p:nvSpPr>
            <p:spPr>
              <a:xfrm rot="18300000" flipV="1">
                <a:off x="11241275" y="1966005"/>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7" name="Rechteck 66"/>
              <p:cNvSpPr/>
              <p:nvPr userDrawn="1"/>
            </p:nvSpPr>
            <p:spPr>
              <a:xfrm>
                <a:off x="9665525" y="0"/>
                <a:ext cx="1896942" cy="2166799"/>
              </a:xfrm>
              <a:custGeom>
                <a:avLst/>
                <a:gdLst/>
                <a:ahLst/>
                <a:cxnLst/>
                <a:rect l="l" t="t" r="r" b="b"/>
                <a:pathLst>
                  <a:path w="1896942" h="2166799">
                    <a:moveTo>
                      <a:pt x="1519167" y="2166724"/>
                    </a:moveTo>
                    <a:lnTo>
                      <a:pt x="1708027" y="2166763"/>
                    </a:lnTo>
                    <a:lnTo>
                      <a:pt x="1519219" y="2166799"/>
                    </a:lnTo>
                    <a:close/>
                    <a:moveTo>
                      <a:pt x="1896914" y="2166684"/>
                    </a:moveTo>
                    <a:lnTo>
                      <a:pt x="1896942" y="2166725"/>
                    </a:lnTo>
                    <a:lnTo>
                      <a:pt x="1896887" y="2166724"/>
                    </a:lnTo>
                    <a:close/>
                    <a:moveTo>
                      <a:pt x="0" y="0"/>
                    </a:moveTo>
                    <a:lnTo>
                      <a:pt x="376883" y="0"/>
                    </a:lnTo>
                    <a:lnTo>
                      <a:pt x="1708027" y="1897441"/>
                    </a:lnTo>
                    <a:lnTo>
                      <a:pt x="1519139" y="2166685"/>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9" name="Rechteck 68"/>
              <p:cNvSpPr/>
              <p:nvPr userDrawn="1"/>
            </p:nvSpPr>
            <p:spPr>
              <a:xfrm>
                <a:off x="11184639" y="701962"/>
                <a:ext cx="1027600" cy="1464838"/>
              </a:xfrm>
              <a:custGeom>
                <a:avLst/>
                <a:gdLst/>
                <a:ahLst/>
                <a:cxnLst/>
                <a:rect l="l" t="t" r="r" b="b"/>
                <a:pathLst>
                  <a:path w="1027600" h="1464838">
                    <a:moveTo>
                      <a:pt x="377775" y="1464763"/>
                    </a:moveTo>
                    <a:lnTo>
                      <a:pt x="377723" y="1464838"/>
                    </a:lnTo>
                    <a:lnTo>
                      <a:pt x="188914" y="1464801"/>
                    </a:lnTo>
                    <a:close/>
                    <a:moveTo>
                      <a:pt x="27" y="1464723"/>
                    </a:moveTo>
                    <a:lnTo>
                      <a:pt x="55" y="1464763"/>
                    </a:lnTo>
                    <a:lnTo>
                      <a:pt x="0" y="1464763"/>
                    </a:lnTo>
                    <a:close/>
                    <a:moveTo>
                      <a:pt x="1027600" y="0"/>
                    </a:moveTo>
                    <a:lnTo>
                      <a:pt x="1027600" y="537945"/>
                    </a:lnTo>
                    <a:lnTo>
                      <a:pt x="377803" y="1464724"/>
                    </a:lnTo>
                    <a:lnTo>
                      <a:pt x="188915" y="119548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16" name="Gruppieren 15"/>
            <p:cNvGrpSpPr/>
            <p:nvPr userDrawn="1"/>
          </p:nvGrpSpPr>
          <p:grpSpPr>
            <a:xfrm>
              <a:off x="8669764" y="0"/>
              <a:ext cx="3542475" cy="3590769"/>
              <a:chOff x="8669764" y="0"/>
              <a:chExt cx="3542475" cy="3590769"/>
            </a:xfrm>
          </p:grpSpPr>
          <p:sp>
            <p:nvSpPr>
              <p:cNvPr id="158" name="Flussdiagramm: Daten 6"/>
              <p:cNvSpPr/>
              <p:nvPr userDrawn="1"/>
            </p:nvSpPr>
            <p:spPr>
              <a:xfrm rot="18300000" flipV="1">
                <a:off x="11138042" y="2996030"/>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6" name="Rechteck 65"/>
              <p:cNvSpPr/>
              <p:nvPr userDrawn="1"/>
            </p:nvSpPr>
            <p:spPr>
              <a:xfrm>
                <a:off x="8669764" y="0"/>
                <a:ext cx="3066766" cy="3370173"/>
              </a:xfrm>
              <a:custGeom>
                <a:avLst/>
                <a:gdLst/>
                <a:ahLst/>
                <a:cxnLst/>
                <a:rect l="l" t="t" r="r" b="b"/>
                <a:pathLst>
                  <a:path w="3066766" h="3370173">
                    <a:moveTo>
                      <a:pt x="2362852" y="3370034"/>
                    </a:moveTo>
                    <a:lnTo>
                      <a:pt x="2714756" y="3370104"/>
                    </a:lnTo>
                    <a:lnTo>
                      <a:pt x="2362950" y="3370173"/>
                    </a:lnTo>
                    <a:close/>
                    <a:moveTo>
                      <a:pt x="3066714" y="3369960"/>
                    </a:moveTo>
                    <a:lnTo>
                      <a:pt x="3066766" y="3370034"/>
                    </a:lnTo>
                    <a:lnTo>
                      <a:pt x="3066663" y="3370034"/>
                    </a:lnTo>
                    <a:close/>
                    <a:moveTo>
                      <a:pt x="0" y="0"/>
                    </a:moveTo>
                    <a:lnTo>
                      <a:pt x="702529" y="0"/>
                    </a:lnTo>
                    <a:lnTo>
                      <a:pt x="2714756" y="2868272"/>
                    </a:lnTo>
                    <a:lnTo>
                      <a:pt x="2362800" y="3369959"/>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70" name="Rechteck 69"/>
              <p:cNvSpPr/>
              <p:nvPr userDrawn="1"/>
            </p:nvSpPr>
            <p:spPr>
              <a:xfrm>
                <a:off x="11032510" y="1688422"/>
                <a:ext cx="1179729" cy="1681750"/>
              </a:xfrm>
              <a:custGeom>
                <a:avLst/>
                <a:gdLst/>
                <a:ahLst/>
                <a:cxnLst/>
                <a:rect l="l" t="t" r="r" b="b"/>
                <a:pathLst>
                  <a:path w="1179729" h="1681750">
                    <a:moveTo>
                      <a:pt x="703915" y="1681611"/>
                    </a:moveTo>
                    <a:lnTo>
                      <a:pt x="703816" y="1681750"/>
                    </a:lnTo>
                    <a:lnTo>
                      <a:pt x="352009" y="1681681"/>
                    </a:lnTo>
                    <a:close/>
                    <a:moveTo>
                      <a:pt x="51" y="1681538"/>
                    </a:moveTo>
                    <a:lnTo>
                      <a:pt x="103" y="1681611"/>
                    </a:lnTo>
                    <a:lnTo>
                      <a:pt x="0" y="1681611"/>
                    </a:lnTo>
                    <a:close/>
                    <a:moveTo>
                      <a:pt x="1179729" y="0"/>
                    </a:moveTo>
                    <a:lnTo>
                      <a:pt x="1179729" y="1002977"/>
                    </a:lnTo>
                    <a:lnTo>
                      <a:pt x="703966" y="1681538"/>
                    </a:lnTo>
                    <a:lnTo>
                      <a:pt x="352009" y="1179850"/>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13" name="Gruppieren 12"/>
            <p:cNvGrpSpPr/>
            <p:nvPr userDrawn="1"/>
          </p:nvGrpSpPr>
          <p:grpSpPr>
            <a:xfrm>
              <a:off x="6077931" y="0"/>
              <a:ext cx="4126388" cy="2661475"/>
              <a:chOff x="6077931" y="0"/>
              <a:chExt cx="4126388" cy="2661475"/>
            </a:xfrm>
          </p:grpSpPr>
          <p:sp>
            <p:nvSpPr>
              <p:cNvPr id="166" name="Flussdiagramm: Daten 6"/>
              <p:cNvSpPr/>
              <p:nvPr userDrawn="1"/>
            </p:nvSpPr>
            <p:spPr>
              <a:xfrm rot="18300000" flipV="1">
                <a:off x="7894647" y="2066736"/>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0" name="Rechteck 59"/>
              <p:cNvSpPr/>
              <p:nvPr userDrawn="1"/>
            </p:nvSpPr>
            <p:spPr>
              <a:xfrm>
                <a:off x="6077931" y="0"/>
                <a:ext cx="2415205" cy="2440879"/>
              </a:xfrm>
              <a:custGeom>
                <a:avLst/>
                <a:gdLst/>
                <a:ahLst/>
                <a:cxnLst/>
                <a:rect l="l" t="t" r="r" b="b"/>
                <a:pathLst>
                  <a:path w="2415205" h="2440879">
                    <a:moveTo>
                      <a:pt x="1711291" y="2440740"/>
                    </a:moveTo>
                    <a:lnTo>
                      <a:pt x="2063195" y="2440810"/>
                    </a:lnTo>
                    <a:lnTo>
                      <a:pt x="1711388" y="2440879"/>
                    </a:lnTo>
                    <a:close/>
                    <a:moveTo>
                      <a:pt x="2415153" y="2440666"/>
                    </a:moveTo>
                    <a:lnTo>
                      <a:pt x="2415205" y="2440740"/>
                    </a:lnTo>
                    <a:lnTo>
                      <a:pt x="2415102" y="2440740"/>
                    </a:lnTo>
                    <a:close/>
                    <a:moveTo>
                      <a:pt x="0" y="0"/>
                    </a:moveTo>
                    <a:lnTo>
                      <a:pt x="702911" y="0"/>
                    </a:lnTo>
                    <a:lnTo>
                      <a:pt x="2063195" y="1938978"/>
                    </a:lnTo>
                    <a:lnTo>
                      <a:pt x="1711238" y="24406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1" name="Rechteck 60"/>
              <p:cNvSpPr/>
              <p:nvPr userDrawn="1"/>
            </p:nvSpPr>
            <p:spPr>
              <a:xfrm>
                <a:off x="7789115" y="0"/>
                <a:ext cx="2415204" cy="2440878"/>
              </a:xfrm>
              <a:custGeom>
                <a:avLst/>
                <a:gdLst/>
                <a:ahLst/>
                <a:cxnLst/>
                <a:rect l="l" t="t" r="r" b="b"/>
                <a:pathLst>
                  <a:path w="2415204" h="2440878">
                    <a:moveTo>
                      <a:pt x="703915" y="2440739"/>
                    </a:moveTo>
                    <a:lnTo>
                      <a:pt x="703816" y="2440878"/>
                    </a:lnTo>
                    <a:lnTo>
                      <a:pt x="352009" y="2440809"/>
                    </a:lnTo>
                    <a:close/>
                    <a:moveTo>
                      <a:pt x="51" y="2440666"/>
                    </a:moveTo>
                    <a:lnTo>
                      <a:pt x="103" y="2440739"/>
                    </a:lnTo>
                    <a:lnTo>
                      <a:pt x="0" y="2440739"/>
                    </a:lnTo>
                    <a:close/>
                    <a:moveTo>
                      <a:pt x="1712292" y="0"/>
                    </a:moveTo>
                    <a:lnTo>
                      <a:pt x="2415204" y="0"/>
                    </a:lnTo>
                    <a:lnTo>
                      <a:pt x="703966" y="2440666"/>
                    </a:lnTo>
                    <a:lnTo>
                      <a:pt x="352009" y="193897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18" name="Gruppieren 17"/>
            <p:cNvGrpSpPr/>
            <p:nvPr userDrawn="1"/>
          </p:nvGrpSpPr>
          <p:grpSpPr>
            <a:xfrm>
              <a:off x="7411824" y="0"/>
              <a:ext cx="3795010" cy="2425160"/>
              <a:chOff x="7411824" y="0"/>
              <a:chExt cx="3795010" cy="2425160"/>
            </a:xfrm>
          </p:grpSpPr>
          <p:sp>
            <p:nvSpPr>
              <p:cNvPr id="170" name="Flussdiagramm: Daten 6"/>
              <p:cNvSpPr/>
              <p:nvPr userDrawn="1"/>
            </p:nvSpPr>
            <p:spPr>
              <a:xfrm rot="18300000" flipV="1">
                <a:off x="9062851" y="1830421"/>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4" name="Rechteck 63"/>
              <p:cNvSpPr/>
              <p:nvPr userDrawn="1"/>
            </p:nvSpPr>
            <p:spPr>
              <a:xfrm>
                <a:off x="7411824" y="0"/>
                <a:ext cx="2249515" cy="2204564"/>
              </a:xfrm>
              <a:custGeom>
                <a:avLst/>
                <a:gdLst/>
                <a:ahLst/>
                <a:cxnLst/>
                <a:rect l="l" t="t" r="r" b="b"/>
                <a:pathLst>
                  <a:path w="2249515" h="2204564">
                    <a:moveTo>
                      <a:pt x="1545601" y="2204425"/>
                    </a:moveTo>
                    <a:lnTo>
                      <a:pt x="1897505" y="2204495"/>
                    </a:lnTo>
                    <a:lnTo>
                      <a:pt x="1545698" y="2204564"/>
                    </a:lnTo>
                    <a:close/>
                    <a:moveTo>
                      <a:pt x="2249463" y="2204351"/>
                    </a:moveTo>
                    <a:lnTo>
                      <a:pt x="2249515" y="2204425"/>
                    </a:lnTo>
                    <a:lnTo>
                      <a:pt x="2249412" y="2204425"/>
                    </a:lnTo>
                    <a:close/>
                    <a:moveTo>
                      <a:pt x="0" y="0"/>
                    </a:moveTo>
                    <a:lnTo>
                      <a:pt x="703008" y="0"/>
                    </a:lnTo>
                    <a:lnTo>
                      <a:pt x="1897505" y="1702663"/>
                    </a:lnTo>
                    <a:lnTo>
                      <a:pt x="1545549" y="22043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8" name="Rechteck 67"/>
              <p:cNvSpPr/>
              <p:nvPr userDrawn="1"/>
            </p:nvSpPr>
            <p:spPr>
              <a:xfrm>
                <a:off x="8957319" y="0"/>
                <a:ext cx="2249515" cy="2204563"/>
              </a:xfrm>
              <a:custGeom>
                <a:avLst/>
                <a:gdLst/>
                <a:ahLst/>
                <a:cxnLst/>
                <a:rect l="l" t="t" r="r" b="b"/>
                <a:pathLst>
                  <a:path w="2249515" h="2204563">
                    <a:moveTo>
                      <a:pt x="703915" y="2204424"/>
                    </a:moveTo>
                    <a:lnTo>
                      <a:pt x="703817" y="2204563"/>
                    </a:lnTo>
                    <a:lnTo>
                      <a:pt x="352009" y="2204494"/>
                    </a:lnTo>
                    <a:close/>
                    <a:moveTo>
                      <a:pt x="51" y="2204351"/>
                    </a:moveTo>
                    <a:lnTo>
                      <a:pt x="103" y="2204424"/>
                    </a:lnTo>
                    <a:lnTo>
                      <a:pt x="0" y="2204424"/>
                    </a:lnTo>
                    <a:close/>
                    <a:moveTo>
                      <a:pt x="1546507" y="0"/>
                    </a:moveTo>
                    <a:lnTo>
                      <a:pt x="2249515" y="0"/>
                    </a:lnTo>
                    <a:lnTo>
                      <a:pt x="703966" y="2204351"/>
                    </a:lnTo>
                    <a:lnTo>
                      <a:pt x="352009" y="1702663"/>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grpSp>
        <p:nvGrpSpPr>
          <p:cNvPr id="23" name="Gruppieren 22"/>
          <p:cNvGrpSpPr/>
          <p:nvPr userDrawn="1"/>
        </p:nvGrpSpPr>
        <p:grpSpPr>
          <a:xfrm>
            <a:off x="81034" y="5206769"/>
            <a:ext cx="3453610" cy="1898584"/>
            <a:chOff x="81031" y="5206769"/>
            <a:chExt cx="3453611" cy="1898584"/>
          </a:xfrm>
        </p:grpSpPr>
        <p:grpSp>
          <p:nvGrpSpPr>
            <p:cNvPr id="22" name="Gruppieren 21"/>
            <p:cNvGrpSpPr/>
            <p:nvPr userDrawn="1"/>
          </p:nvGrpSpPr>
          <p:grpSpPr>
            <a:xfrm>
              <a:off x="81031" y="5206769"/>
              <a:ext cx="1991801" cy="1736748"/>
              <a:chOff x="81031" y="5206769"/>
              <a:chExt cx="1991801" cy="1736748"/>
            </a:xfrm>
          </p:grpSpPr>
          <p:sp>
            <p:nvSpPr>
              <p:cNvPr id="93" name="Flussdiagramm: Daten 6"/>
              <p:cNvSpPr/>
              <p:nvPr userDrawn="1"/>
            </p:nvSpPr>
            <p:spPr>
              <a:xfrm rot="7500000" flipV="1">
                <a:off x="-472446" y="5760246"/>
                <a:ext cx="1736748" cy="629794"/>
              </a:xfrm>
              <a:custGeom>
                <a:avLst/>
                <a:gdLst>
                  <a:gd name="connsiteX0" fmla="*/ 4875386 w 7920475"/>
                  <a:gd name="connsiteY0" fmla="*/ 1896 h 634035"/>
                  <a:gd name="connsiteX1" fmla="*/ 7498123 w 7920475"/>
                  <a:gd name="connsiteY1" fmla="*/ 627301 h 634035"/>
                  <a:gd name="connsiteX2" fmla="*/ 7920475 w 7920475"/>
                  <a:gd name="connsiteY2" fmla="*/ 0 h 634035"/>
                  <a:gd name="connsiteX3" fmla="*/ 4875386 w 7920475"/>
                  <a:gd name="connsiteY3" fmla="*/ 1896 h 634035"/>
                  <a:gd name="connsiteX4" fmla="*/ 440793 w 7920475"/>
                  <a:gd name="connsiteY4" fmla="*/ 4657 h 634035"/>
                  <a:gd name="connsiteX5" fmla="*/ 669010 w 7920475"/>
                  <a:gd name="connsiteY5" fmla="*/ 633434 h 634035"/>
                  <a:gd name="connsiteX6" fmla="*/ 1604583 w 7920475"/>
                  <a:gd name="connsiteY6" fmla="*/ 632594 h 634035"/>
                  <a:gd name="connsiteX7" fmla="*/ 1736748 w 7920475"/>
                  <a:gd name="connsiteY7" fmla="*/ 443842 h 634035"/>
                  <a:gd name="connsiteX8" fmla="*/ 1108933 w 7920475"/>
                  <a:gd name="connsiteY8" fmla="*/ 4241 h 634035"/>
                  <a:gd name="connsiteX9" fmla="*/ 440793 w 7920475"/>
                  <a:gd name="connsiteY9" fmla="*/ 4657 h 634035"/>
                  <a:gd name="connsiteX10" fmla="*/ 0 w 7920475"/>
                  <a:gd name="connsiteY10" fmla="*/ 634035 h 634035"/>
                  <a:gd name="connsiteX11" fmla="*/ 98 w 7920475"/>
                  <a:gd name="connsiteY11" fmla="*/ 634035 h 634035"/>
                  <a:gd name="connsiteX12" fmla="*/ 65 w 7920475"/>
                  <a:gd name="connsiteY12" fmla="*/ 633943 h 634035"/>
                  <a:gd name="connsiteX13" fmla="*/ 0 w 7920475"/>
                  <a:gd name="connsiteY13" fmla="*/ 634035 h 634035"/>
                  <a:gd name="connsiteX14" fmla="*/ 440509 w 7920475"/>
                  <a:gd name="connsiteY14" fmla="*/ 4658 h 634035"/>
                  <a:gd name="connsiteX15" fmla="*/ 220317 w 7920475"/>
                  <a:gd name="connsiteY15" fmla="*/ 319256 h 634035"/>
                  <a:gd name="connsiteX16" fmla="*/ 440695 w 7920475"/>
                  <a:gd name="connsiteY16" fmla="*/ 4657 h 634035"/>
                  <a:gd name="connsiteX17" fmla="*/ 440509 w 7920475"/>
                  <a:gd name="connsiteY17" fmla="*/ 4658 h 634035"/>
                  <a:gd name="connsiteX0" fmla="*/ 4875386 w 7920475"/>
                  <a:gd name="connsiteY0" fmla="*/ 1896 h 634035"/>
                  <a:gd name="connsiteX1" fmla="*/ 7920475 w 7920475"/>
                  <a:gd name="connsiteY1" fmla="*/ 0 h 634035"/>
                  <a:gd name="connsiteX2" fmla="*/ 4875386 w 7920475"/>
                  <a:gd name="connsiteY2" fmla="*/ 1896 h 634035"/>
                  <a:gd name="connsiteX3" fmla="*/ 440793 w 7920475"/>
                  <a:gd name="connsiteY3" fmla="*/ 4657 h 634035"/>
                  <a:gd name="connsiteX4" fmla="*/ 669010 w 7920475"/>
                  <a:gd name="connsiteY4" fmla="*/ 633434 h 634035"/>
                  <a:gd name="connsiteX5" fmla="*/ 1604583 w 7920475"/>
                  <a:gd name="connsiteY5" fmla="*/ 632594 h 634035"/>
                  <a:gd name="connsiteX6" fmla="*/ 1736748 w 7920475"/>
                  <a:gd name="connsiteY6" fmla="*/ 443842 h 634035"/>
                  <a:gd name="connsiteX7" fmla="*/ 1108933 w 7920475"/>
                  <a:gd name="connsiteY7" fmla="*/ 4241 h 634035"/>
                  <a:gd name="connsiteX8" fmla="*/ 440793 w 7920475"/>
                  <a:gd name="connsiteY8" fmla="*/ 4657 h 634035"/>
                  <a:gd name="connsiteX9" fmla="*/ 0 w 7920475"/>
                  <a:gd name="connsiteY9" fmla="*/ 634035 h 634035"/>
                  <a:gd name="connsiteX10" fmla="*/ 98 w 7920475"/>
                  <a:gd name="connsiteY10" fmla="*/ 634035 h 634035"/>
                  <a:gd name="connsiteX11" fmla="*/ 65 w 7920475"/>
                  <a:gd name="connsiteY11" fmla="*/ 633943 h 634035"/>
                  <a:gd name="connsiteX12" fmla="*/ 0 w 7920475"/>
                  <a:gd name="connsiteY12" fmla="*/ 634035 h 634035"/>
                  <a:gd name="connsiteX13" fmla="*/ 440509 w 7920475"/>
                  <a:gd name="connsiteY13" fmla="*/ 4658 h 634035"/>
                  <a:gd name="connsiteX14" fmla="*/ 220317 w 7920475"/>
                  <a:gd name="connsiteY14" fmla="*/ 319256 h 634035"/>
                  <a:gd name="connsiteX15" fmla="*/ 440695 w 7920475"/>
                  <a:gd name="connsiteY15" fmla="*/ 4657 h 634035"/>
                  <a:gd name="connsiteX16" fmla="*/ 440509 w 7920475"/>
                  <a:gd name="connsiteY16" fmla="*/ 4658 h 634035"/>
                  <a:gd name="connsiteX0" fmla="*/ 440793 w 1736748"/>
                  <a:gd name="connsiteY0" fmla="*/ 416 h 629794"/>
                  <a:gd name="connsiteX1" fmla="*/ 669010 w 1736748"/>
                  <a:gd name="connsiteY1" fmla="*/ 629193 h 629794"/>
                  <a:gd name="connsiteX2" fmla="*/ 1604583 w 1736748"/>
                  <a:gd name="connsiteY2" fmla="*/ 628353 h 629794"/>
                  <a:gd name="connsiteX3" fmla="*/ 1736748 w 1736748"/>
                  <a:gd name="connsiteY3" fmla="*/ 439601 h 629794"/>
                  <a:gd name="connsiteX4" fmla="*/ 1108933 w 1736748"/>
                  <a:gd name="connsiteY4" fmla="*/ 0 h 629794"/>
                  <a:gd name="connsiteX5" fmla="*/ 440793 w 1736748"/>
                  <a:gd name="connsiteY5" fmla="*/ 416 h 629794"/>
                  <a:gd name="connsiteX6" fmla="*/ 0 w 1736748"/>
                  <a:gd name="connsiteY6" fmla="*/ 629794 h 629794"/>
                  <a:gd name="connsiteX7" fmla="*/ 98 w 1736748"/>
                  <a:gd name="connsiteY7" fmla="*/ 629794 h 629794"/>
                  <a:gd name="connsiteX8" fmla="*/ 65 w 1736748"/>
                  <a:gd name="connsiteY8" fmla="*/ 629702 h 629794"/>
                  <a:gd name="connsiteX9" fmla="*/ 0 w 1736748"/>
                  <a:gd name="connsiteY9" fmla="*/ 629794 h 629794"/>
                  <a:gd name="connsiteX10" fmla="*/ 440509 w 1736748"/>
                  <a:gd name="connsiteY10" fmla="*/ 417 h 629794"/>
                  <a:gd name="connsiteX11" fmla="*/ 220317 w 1736748"/>
                  <a:gd name="connsiteY11" fmla="*/ 315015 h 629794"/>
                  <a:gd name="connsiteX12" fmla="*/ 440695 w 1736748"/>
                  <a:gd name="connsiteY12" fmla="*/ 416 h 629794"/>
                  <a:gd name="connsiteX13" fmla="*/ 440509 w 1736748"/>
                  <a:gd name="connsiteY13" fmla="*/ 417 h 629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36748" h="629794">
                    <a:moveTo>
                      <a:pt x="440793" y="416"/>
                    </a:moveTo>
                    <a:lnTo>
                      <a:pt x="669010" y="629193"/>
                    </a:lnTo>
                    <a:lnTo>
                      <a:pt x="1604583" y="628353"/>
                    </a:lnTo>
                    <a:lnTo>
                      <a:pt x="1736748" y="439601"/>
                    </a:lnTo>
                    <a:lnTo>
                      <a:pt x="1108933" y="0"/>
                    </a:lnTo>
                    <a:lnTo>
                      <a:pt x="440793" y="416"/>
                    </a:lnTo>
                    <a:close/>
                    <a:moveTo>
                      <a:pt x="0" y="629794"/>
                    </a:moveTo>
                    <a:lnTo>
                      <a:pt x="98" y="629794"/>
                    </a:lnTo>
                    <a:cubicBezTo>
                      <a:pt x="87" y="629763"/>
                      <a:pt x="76" y="629733"/>
                      <a:pt x="65" y="629702"/>
                    </a:cubicBezTo>
                    <a:lnTo>
                      <a:pt x="0" y="629794"/>
                    </a:lnTo>
                    <a:close/>
                    <a:moveTo>
                      <a:pt x="440509" y="417"/>
                    </a:moveTo>
                    <a:lnTo>
                      <a:pt x="220317" y="315015"/>
                    </a:lnTo>
                    <a:lnTo>
                      <a:pt x="440695" y="416"/>
                    </a:lnTo>
                    <a:lnTo>
                      <a:pt x="440509" y="41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3" name="Flussdiagramm: Daten 6"/>
              <p:cNvSpPr/>
              <p:nvPr userDrawn="1"/>
            </p:nvSpPr>
            <p:spPr>
              <a:xfrm rot="7500000" flipV="1">
                <a:off x="367821" y="5323279"/>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Rechteck 4"/>
              <p:cNvSpPr/>
              <p:nvPr userDrawn="1"/>
            </p:nvSpPr>
            <p:spPr>
              <a:xfrm>
                <a:off x="383512" y="5544278"/>
                <a:ext cx="1689320" cy="1313723"/>
              </a:xfrm>
              <a:custGeom>
                <a:avLst/>
                <a:gdLst/>
                <a:ahLst/>
                <a:cxnLst/>
                <a:rect l="l" t="t" r="r" b="b"/>
                <a:pathLst>
                  <a:path w="1689320" h="1313723">
                    <a:moveTo>
                      <a:pt x="768385" y="233"/>
                    </a:moveTo>
                    <a:lnTo>
                      <a:pt x="1689320" y="1313723"/>
                    </a:lnTo>
                    <a:lnTo>
                      <a:pt x="921532" y="1313723"/>
                    </a:lnTo>
                    <a:lnTo>
                      <a:pt x="384221" y="547829"/>
                    </a:lnTo>
                    <a:close/>
                    <a:moveTo>
                      <a:pt x="0" y="152"/>
                    </a:moveTo>
                    <a:lnTo>
                      <a:pt x="113" y="152"/>
                    </a:lnTo>
                    <a:lnTo>
                      <a:pt x="57" y="233"/>
                    </a:lnTo>
                    <a:close/>
                    <a:moveTo>
                      <a:pt x="768221" y="0"/>
                    </a:moveTo>
                    <a:lnTo>
                      <a:pt x="768328" y="152"/>
                    </a:lnTo>
                    <a:lnTo>
                      <a:pt x="384221" y="76"/>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20" name="Gruppieren 19"/>
            <p:cNvGrpSpPr/>
            <p:nvPr userDrawn="1"/>
          </p:nvGrpSpPr>
          <p:grpSpPr>
            <a:xfrm>
              <a:off x="2076330" y="5572847"/>
              <a:ext cx="1458312" cy="1510739"/>
              <a:chOff x="2076330" y="5572847"/>
              <a:chExt cx="1458312" cy="1510739"/>
            </a:xfrm>
          </p:grpSpPr>
          <p:sp>
            <p:nvSpPr>
              <p:cNvPr id="96" name="Flussdiagramm: Daten 6"/>
              <p:cNvSpPr/>
              <p:nvPr userDrawn="1"/>
            </p:nvSpPr>
            <p:spPr>
              <a:xfrm rot="7500000" flipV="1">
                <a:off x="1476091" y="6173086"/>
                <a:ext cx="1510739" cy="310261"/>
              </a:xfrm>
              <a:custGeom>
                <a:avLst/>
                <a:gdLst/>
                <a:ahLst/>
                <a:cxnLst/>
                <a:rect l="l" t="t" r="r" b="b"/>
                <a:pathLst>
                  <a:path w="1510739" h="310261">
                    <a:moveTo>
                      <a:pt x="216732" y="805"/>
                    </a:moveTo>
                    <a:lnTo>
                      <a:pt x="328942" y="309965"/>
                    </a:lnTo>
                    <a:lnTo>
                      <a:pt x="1294306" y="309098"/>
                    </a:lnTo>
                    <a:lnTo>
                      <a:pt x="1510739" y="0"/>
                    </a:lnTo>
                    <a:close/>
                    <a:moveTo>
                      <a:pt x="0" y="310260"/>
                    </a:moveTo>
                    <a:lnTo>
                      <a:pt x="49" y="310261"/>
                    </a:lnTo>
                    <a:lnTo>
                      <a:pt x="33" y="310215"/>
                    </a:lnTo>
                    <a:close/>
                    <a:moveTo>
                      <a:pt x="216592" y="805"/>
                    </a:moveTo>
                    <a:lnTo>
                      <a:pt x="108327" y="155489"/>
                    </a:lnTo>
                    <a:lnTo>
                      <a:pt x="216684" y="806"/>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9" name="Flussdiagramm: Daten 6"/>
              <p:cNvSpPr/>
              <p:nvPr userDrawn="1"/>
            </p:nvSpPr>
            <p:spPr>
              <a:xfrm rot="7500000" flipV="1">
                <a:off x="2406251" y="5689698"/>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hteck 3"/>
              <p:cNvSpPr/>
              <p:nvPr userDrawn="1"/>
            </p:nvSpPr>
            <p:spPr>
              <a:xfrm>
                <a:off x="2602883" y="5798360"/>
                <a:ext cx="931759" cy="1059640"/>
              </a:xfrm>
              <a:custGeom>
                <a:avLst/>
                <a:gdLst>
                  <a:gd name="connsiteX0" fmla="*/ 0 w 6868510"/>
                  <a:gd name="connsiteY0" fmla="*/ 1059640 h 6010012"/>
                  <a:gd name="connsiteX1" fmla="*/ 3654987 w 6868510"/>
                  <a:gd name="connsiteY1" fmla="*/ 1059640 h 6010012"/>
                  <a:gd name="connsiteX2" fmla="*/ 5028976 w 6868510"/>
                  <a:gd name="connsiteY2" fmla="*/ 3018153 h 6010012"/>
                  <a:gd name="connsiteX3" fmla="*/ 5400740 w 6868510"/>
                  <a:gd name="connsiteY3" fmla="*/ 3011352 h 6010012"/>
                  <a:gd name="connsiteX4" fmla="*/ 4032326 w 6868510"/>
                  <a:gd name="connsiteY4" fmla="*/ 1059640 h 6010012"/>
                  <a:gd name="connsiteX5" fmla="*/ 6868510 w 6868510"/>
                  <a:gd name="connsiteY5" fmla="*/ 6010012 h 6010012"/>
                  <a:gd name="connsiteX6" fmla="*/ 0 w 6868510"/>
                  <a:gd name="connsiteY6" fmla="*/ 6010012 h 6010012"/>
                  <a:gd name="connsiteX7" fmla="*/ 0 w 6868510"/>
                  <a:gd name="connsiteY7" fmla="*/ 1059640 h 6010012"/>
                  <a:gd name="connsiteX8" fmla="*/ 3289455 w 6868510"/>
                  <a:gd name="connsiteY8" fmla="*/ 114 h 6010012"/>
                  <a:gd name="connsiteX9" fmla="*/ 4032326 w 6868510"/>
                  <a:gd name="connsiteY9" fmla="*/ 1059640 h 6010012"/>
                  <a:gd name="connsiteX10" fmla="*/ 3654987 w 6868510"/>
                  <a:gd name="connsiteY10" fmla="*/ 1059640 h 6010012"/>
                  <a:gd name="connsiteX11" fmla="*/ 3100567 w 6868510"/>
                  <a:gd name="connsiteY11" fmla="*/ 269358 h 6010012"/>
                  <a:gd name="connsiteX12" fmla="*/ 3289455 w 6868510"/>
                  <a:gd name="connsiteY12" fmla="*/ 114 h 6010012"/>
                  <a:gd name="connsiteX13" fmla="*/ 2911652 w 6868510"/>
                  <a:gd name="connsiteY13" fmla="*/ 74 h 6010012"/>
                  <a:gd name="connsiteX14" fmla="*/ 2911707 w 6868510"/>
                  <a:gd name="connsiteY14" fmla="*/ 75 h 6010012"/>
                  <a:gd name="connsiteX15" fmla="*/ 2911680 w 6868510"/>
                  <a:gd name="connsiteY15" fmla="*/ 114 h 6010012"/>
                  <a:gd name="connsiteX16" fmla="*/ 2911652 w 6868510"/>
                  <a:gd name="connsiteY16" fmla="*/ 74 h 6010012"/>
                  <a:gd name="connsiteX17" fmla="*/ 3289375 w 6868510"/>
                  <a:gd name="connsiteY17" fmla="*/ 0 h 6010012"/>
                  <a:gd name="connsiteX18" fmla="*/ 3289427 w 6868510"/>
                  <a:gd name="connsiteY18" fmla="*/ 75 h 6010012"/>
                  <a:gd name="connsiteX19" fmla="*/ 3100567 w 6868510"/>
                  <a:gd name="connsiteY19" fmla="*/ 36 h 6010012"/>
                  <a:gd name="connsiteX20" fmla="*/ 3289375 w 6868510"/>
                  <a:gd name="connsiteY20" fmla="*/ 0 h 6010012"/>
                  <a:gd name="connsiteX0" fmla="*/ 0 w 5400740"/>
                  <a:gd name="connsiteY0" fmla="*/ 1059640 h 6010012"/>
                  <a:gd name="connsiteX1" fmla="*/ 3654987 w 5400740"/>
                  <a:gd name="connsiteY1" fmla="*/ 1059640 h 6010012"/>
                  <a:gd name="connsiteX2" fmla="*/ 5028976 w 5400740"/>
                  <a:gd name="connsiteY2" fmla="*/ 3018153 h 6010012"/>
                  <a:gd name="connsiteX3" fmla="*/ 5400740 w 5400740"/>
                  <a:gd name="connsiteY3" fmla="*/ 3011352 h 6010012"/>
                  <a:gd name="connsiteX4" fmla="*/ 4032326 w 5400740"/>
                  <a:gd name="connsiteY4" fmla="*/ 1059640 h 6010012"/>
                  <a:gd name="connsiteX5" fmla="*/ 0 w 5400740"/>
                  <a:gd name="connsiteY5" fmla="*/ 6010012 h 6010012"/>
                  <a:gd name="connsiteX6" fmla="*/ 0 w 5400740"/>
                  <a:gd name="connsiteY6" fmla="*/ 1059640 h 6010012"/>
                  <a:gd name="connsiteX7" fmla="*/ 3289455 w 5400740"/>
                  <a:gd name="connsiteY7" fmla="*/ 114 h 6010012"/>
                  <a:gd name="connsiteX8" fmla="*/ 4032326 w 5400740"/>
                  <a:gd name="connsiteY8" fmla="*/ 1059640 h 6010012"/>
                  <a:gd name="connsiteX9" fmla="*/ 3654987 w 5400740"/>
                  <a:gd name="connsiteY9" fmla="*/ 1059640 h 6010012"/>
                  <a:gd name="connsiteX10" fmla="*/ 3100567 w 5400740"/>
                  <a:gd name="connsiteY10" fmla="*/ 269358 h 6010012"/>
                  <a:gd name="connsiteX11" fmla="*/ 3289455 w 5400740"/>
                  <a:gd name="connsiteY11" fmla="*/ 114 h 6010012"/>
                  <a:gd name="connsiteX12" fmla="*/ 2911652 w 5400740"/>
                  <a:gd name="connsiteY12" fmla="*/ 74 h 6010012"/>
                  <a:gd name="connsiteX13" fmla="*/ 2911707 w 5400740"/>
                  <a:gd name="connsiteY13" fmla="*/ 75 h 6010012"/>
                  <a:gd name="connsiteX14" fmla="*/ 2911680 w 5400740"/>
                  <a:gd name="connsiteY14" fmla="*/ 114 h 6010012"/>
                  <a:gd name="connsiteX15" fmla="*/ 2911652 w 5400740"/>
                  <a:gd name="connsiteY15" fmla="*/ 74 h 6010012"/>
                  <a:gd name="connsiteX16" fmla="*/ 3289375 w 5400740"/>
                  <a:gd name="connsiteY16" fmla="*/ 0 h 6010012"/>
                  <a:gd name="connsiteX17" fmla="*/ 3289427 w 5400740"/>
                  <a:gd name="connsiteY17" fmla="*/ 75 h 6010012"/>
                  <a:gd name="connsiteX18" fmla="*/ 3100567 w 5400740"/>
                  <a:gd name="connsiteY18" fmla="*/ 36 h 6010012"/>
                  <a:gd name="connsiteX19" fmla="*/ 3289375 w 5400740"/>
                  <a:gd name="connsiteY19" fmla="*/ 0 h 6010012"/>
                  <a:gd name="connsiteX0" fmla="*/ 47297 w 5448037"/>
                  <a:gd name="connsiteY0" fmla="*/ 1059640 h 6199198"/>
                  <a:gd name="connsiteX1" fmla="*/ 3702284 w 5448037"/>
                  <a:gd name="connsiteY1" fmla="*/ 1059640 h 6199198"/>
                  <a:gd name="connsiteX2" fmla="*/ 5076273 w 5448037"/>
                  <a:gd name="connsiteY2" fmla="*/ 3018153 h 6199198"/>
                  <a:gd name="connsiteX3" fmla="*/ 5448037 w 5448037"/>
                  <a:gd name="connsiteY3" fmla="*/ 3011352 h 6199198"/>
                  <a:gd name="connsiteX4" fmla="*/ 4079623 w 5448037"/>
                  <a:gd name="connsiteY4" fmla="*/ 1059640 h 6199198"/>
                  <a:gd name="connsiteX5" fmla="*/ 0 w 5448037"/>
                  <a:gd name="connsiteY5" fmla="*/ 6199198 h 6199198"/>
                  <a:gd name="connsiteX6" fmla="*/ 47297 w 5448037"/>
                  <a:gd name="connsiteY6" fmla="*/ 1059640 h 6199198"/>
                  <a:gd name="connsiteX7" fmla="*/ 3336752 w 5448037"/>
                  <a:gd name="connsiteY7" fmla="*/ 114 h 6199198"/>
                  <a:gd name="connsiteX8" fmla="*/ 4079623 w 5448037"/>
                  <a:gd name="connsiteY8" fmla="*/ 1059640 h 6199198"/>
                  <a:gd name="connsiteX9" fmla="*/ 3702284 w 5448037"/>
                  <a:gd name="connsiteY9" fmla="*/ 1059640 h 6199198"/>
                  <a:gd name="connsiteX10" fmla="*/ 3147864 w 5448037"/>
                  <a:gd name="connsiteY10" fmla="*/ 269358 h 6199198"/>
                  <a:gd name="connsiteX11" fmla="*/ 3336752 w 5448037"/>
                  <a:gd name="connsiteY11" fmla="*/ 114 h 6199198"/>
                  <a:gd name="connsiteX12" fmla="*/ 2958949 w 5448037"/>
                  <a:gd name="connsiteY12" fmla="*/ 74 h 6199198"/>
                  <a:gd name="connsiteX13" fmla="*/ 2959004 w 5448037"/>
                  <a:gd name="connsiteY13" fmla="*/ 75 h 6199198"/>
                  <a:gd name="connsiteX14" fmla="*/ 2958977 w 5448037"/>
                  <a:gd name="connsiteY14" fmla="*/ 114 h 6199198"/>
                  <a:gd name="connsiteX15" fmla="*/ 2958949 w 5448037"/>
                  <a:gd name="connsiteY15" fmla="*/ 74 h 6199198"/>
                  <a:gd name="connsiteX16" fmla="*/ 3336672 w 5448037"/>
                  <a:gd name="connsiteY16" fmla="*/ 0 h 6199198"/>
                  <a:gd name="connsiteX17" fmla="*/ 3336724 w 5448037"/>
                  <a:gd name="connsiteY17" fmla="*/ 75 h 6199198"/>
                  <a:gd name="connsiteX18" fmla="*/ 3147864 w 5448037"/>
                  <a:gd name="connsiteY18" fmla="*/ 36 h 6199198"/>
                  <a:gd name="connsiteX19" fmla="*/ 3336672 w 5448037"/>
                  <a:gd name="connsiteY19" fmla="*/ 0 h 6199198"/>
                  <a:gd name="connsiteX0" fmla="*/ 0 w 5400740"/>
                  <a:gd name="connsiteY0" fmla="*/ 1059640 h 3020378"/>
                  <a:gd name="connsiteX1" fmla="*/ 3654987 w 5400740"/>
                  <a:gd name="connsiteY1" fmla="*/ 1059640 h 3020378"/>
                  <a:gd name="connsiteX2" fmla="*/ 5028976 w 5400740"/>
                  <a:gd name="connsiteY2" fmla="*/ 3018153 h 3020378"/>
                  <a:gd name="connsiteX3" fmla="*/ 5400740 w 5400740"/>
                  <a:gd name="connsiteY3" fmla="*/ 3011352 h 3020378"/>
                  <a:gd name="connsiteX4" fmla="*/ 4032326 w 5400740"/>
                  <a:gd name="connsiteY4" fmla="*/ 1059640 h 3020378"/>
                  <a:gd name="connsiteX5" fmla="*/ 0 w 5400740"/>
                  <a:gd name="connsiteY5" fmla="*/ 1059640 h 3020378"/>
                  <a:gd name="connsiteX6" fmla="*/ 3289455 w 5400740"/>
                  <a:gd name="connsiteY6" fmla="*/ 114 h 3020378"/>
                  <a:gd name="connsiteX7" fmla="*/ 4032326 w 5400740"/>
                  <a:gd name="connsiteY7" fmla="*/ 1059640 h 3020378"/>
                  <a:gd name="connsiteX8" fmla="*/ 3654987 w 5400740"/>
                  <a:gd name="connsiteY8" fmla="*/ 1059640 h 3020378"/>
                  <a:gd name="connsiteX9" fmla="*/ 3100567 w 5400740"/>
                  <a:gd name="connsiteY9" fmla="*/ 269358 h 3020378"/>
                  <a:gd name="connsiteX10" fmla="*/ 3289455 w 5400740"/>
                  <a:gd name="connsiteY10" fmla="*/ 114 h 3020378"/>
                  <a:gd name="connsiteX11" fmla="*/ 2911652 w 5400740"/>
                  <a:gd name="connsiteY11" fmla="*/ 74 h 3020378"/>
                  <a:gd name="connsiteX12" fmla="*/ 2911707 w 5400740"/>
                  <a:gd name="connsiteY12" fmla="*/ 75 h 3020378"/>
                  <a:gd name="connsiteX13" fmla="*/ 2911680 w 5400740"/>
                  <a:gd name="connsiteY13" fmla="*/ 114 h 3020378"/>
                  <a:gd name="connsiteX14" fmla="*/ 2911652 w 5400740"/>
                  <a:gd name="connsiteY14" fmla="*/ 74 h 3020378"/>
                  <a:gd name="connsiteX15" fmla="*/ 3289375 w 5400740"/>
                  <a:gd name="connsiteY15" fmla="*/ 0 h 3020378"/>
                  <a:gd name="connsiteX16" fmla="*/ 3289427 w 5400740"/>
                  <a:gd name="connsiteY16" fmla="*/ 75 h 3020378"/>
                  <a:gd name="connsiteX17" fmla="*/ 3100567 w 5400740"/>
                  <a:gd name="connsiteY17" fmla="*/ 36 h 3020378"/>
                  <a:gd name="connsiteX18" fmla="*/ 3289375 w 5400740"/>
                  <a:gd name="connsiteY18" fmla="*/ 0 h 3020378"/>
                  <a:gd name="connsiteX0" fmla="*/ 1120674 w 2489088"/>
                  <a:gd name="connsiteY0" fmla="*/ 1059640 h 3020378"/>
                  <a:gd name="connsiteX1" fmla="*/ 743335 w 2489088"/>
                  <a:gd name="connsiteY1" fmla="*/ 1059640 h 3020378"/>
                  <a:gd name="connsiteX2" fmla="*/ 2117324 w 2489088"/>
                  <a:gd name="connsiteY2" fmla="*/ 3018153 h 3020378"/>
                  <a:gd name="connsiteX3" fmla="*/ 2489088 w 2489088"/>
                  <a:gd name="connsiteY3" fmla="*/ 3011352 h 3020378"/>
                  <a:gd name="connsiteX4" fmla="*/ 1120674 w 2489088"/>
                  <a:gd name="connsiteY4" fmla="*/ 1059640 h 3020378"/>
                  <a:gd name="connsiteX5" fmla="*/ 377803 w 2489088"/>
                  <a:gd name="connsiteY5" fmla="*/ 114 h 3020378"/>
                  <a:gd name="connsiteX6" fmla="*/ 1120674 w 2489088"/>
                  <a:gd name="connsiteY6" fmla="*/ 1059640 h 3020378"/>
                  <a:gd name="connsiteX7" fmla="*/ 743335 w 2489088"/>
                  <a:gd name="connsiteY7" fmla="*/ 1059640 h 3020378"/>
                  <a:gd name="connsiteX8" fmla="*/ 188915 w 2489088"/>
                  <a:gd name="connsiteY8" fmla="*/ 269358 h 3020378"/>
                  <a:gd name="connsiteX9" fmla="*/ 377803 w 2489088"/>
                  <a:gd name="connsiteY9" fmla="*/ 114 h 3020378"/>
                  <a:gd name="connsiteX10" fmla="*/ 0 w 2489088"/>
                  <a:gd name="connsiteY10" fmla="*/ 74 h 3020378"/>
                  <a:gd name="connsiteX11" fmla="*/ 55 w 2489088"/>
                  <a:gd name="connsiteY11" fmla="*/ 75 h 3020378"/>
                  <a:gd name="connsiteX12" fmla="*/ 28 w 2489088"/>
                  <a:gd name="connsiteY12" fmla="*/ 114 h 3020378"/>
                  <a:gd name="connsiteX13" fmla="*/ 0 w 2489088"/>
                  <a:gd name="connsiteY13" fmla="*/ 74 h 3020378"/>
                  <a:gd name="connsiteX14" fmla="*/ 377723 w 2489088"/>
                  <a:gd name="connsiteY14" fmla="*/ 0 h 3020378"/>
                  <a:gd name="connsiteX15" fmla="*/ 377775 w 2489088"/>
                  <a:gd name="connsiteY15" fmla="*/ 75 h 3020378"/>
                  <a:gd name="connsiteX16" fmla="*/ 188915 w 2489088"/>
                  <a:gd name="connsiteY16" fmla="*/ 36 h 3020378"/>
                  <a:gd name="connsiteX17" fmla="*/ 377723 w 2489088"/>
                  <a:gd name="connsiteY17" fmla="*/ 0 h 3020378"/>
                  <a:gd name="connsiteX0" fmla="*/ 1120674 w 2489088"/>
                  <a:gd name="connsiteY0" fmla="*/ 1059640 h 3011352"/>
                  <a:gd name="connsiteX1" fmla="*/ 743335 w 2489088"/>
                  <a:gd name="connsiteY1" fmla="*/ 1059640 h 3011352"/>
                  <a:gd name="connsiteX2" fmla="*/ 2489088 w 2489088"/>
                  <a:gd name="connsiteY2" fmla="*/ 3011352 h 3011352"/>
                  <a:gd name="connsiteX3" fmla="*/ 1120674 w 2489088"/>
                  <a:gd name="connsiteY3" fmla="*/ 1059640 h 3011352"/>
                  <a:gd name="connsiteX4" fmla="*/ 377803 w 2489088"/>
                  <a:gd name="connsiteY4" fmla="*/ 114 h 3011352"/>
                  <a:gd name="connsiteX5" fmla="*/ 1120674 w 2489088"/>
                  <a:gd name="connsiteY5" fmla="*/ 1059640 h 3011352"/>
                  <a:gd name="connsiteX6" fmla="*/ 743335 w 2489088"/>
                  <a:gd name="connsiteY6" fmla="*/ 1059640 h 3011352"/>
                  <a:gd name="connsiteX7" fmla="*/ 188915 w 2489088"/>
                  <a:gd name="connsiteY7" fmla="*/ 269358 h 3011352"/>
                  <a:gd name="connsiteX8" fmla="*/ 377803 w 2489088"/>
                  <a:gd name="connsiteY8" fmla="*/ 114 h 3011352"/>
                  <a:gd name="connsiteX9" fmla="*/ 0 w 2489088"/>
                  <a:gd name="connsiteY9" fmla="*/ 74 h 3011352"/>
                  <a:gd name="connsiteX10" fmla="*/ 55 w 2489088"/>
                  <a:gd name="connsiteY10" fmla="*/ 75 h 3011352"/>
                  <a:gd name="connsiteX11" fmla="*/ 28 w 2489088"/>
                  <a:gd name="connsiteY11" fmla="*/ 114 h 3011352"/>
                  <a:gd name="connsiteX12" fmla="*/ 0 w 2489088"/>
                  <a:gd name="connsiteY12" fmla="*/ 74 h 3011352"/>
                  <a:gd name="connsiteX13" fmla="*/ 377723 w 2489088"/>
                  <a:gd name="connsiteY13" fmla="*/ 0 h 3011352"/>
                  <a:gd name="connsiteX14" fmla="*/ 377775 w 2489088"/>
                  <a:gd name="connsiteY14" fmla="*/ 75 h 3011352"/>
                  <a:gd name="connsiteX15" fmla="*/ 188915 w 2489088"/>
                  <a:gd name="connsiteY15" fmla="*/ 36 h 3011352"/>
                  <a:gd name="connsiteX16" fmla="*/ 377723 w 2489088"/>
                  <a:gd name="connsiteY16" fmla="*/ 0 h 3011352"/>
                  <a:gd name="connsiteX0" fmla="*/ 1120674 w 1120674"/>
                  <a:gd name="connsiteY0" fmla="*/ 1059640 h 1059640"/>
                  <a:gd name="connsiteX1" fmla="*/ 743335 w 1120674"/>
                  <a:gd name="connsiteY1" fmla="*/ 1059640 h 1059640"/>
                  <a:gd name="connsiteX2" fmla="*/ 1120674 w 1120674"/>
                  <a:gd name="connsiteY2" fmla="*/ 1059640 h 1059640"/>
                  <a:gd name="connsiteX3" fmla="*/ 377803 w 1120674"/>
                  <a:gd name="connsiteY3" fmla="*/ 114 h 1059640"/>
                  <a:gd name="connsiteX4" fmla="*/ 1120674 w 1120674"/>
                  <a:gd name="connsiteY4" fmla="*/ 1059640 h 1059640"/>
                  <a:gd name="connsiteX5" fmla="*/ 743335 w 1120674"/>
                  <a:gd name="connsiteY5" fmla="*/ 1059640 h 1059640"/>
                  <a:gd name="connsiteX6" fmla="*/ 188915 w 1120674"/>
                  <a:gd name="connsiteY6" fmla="*/ 269358 h 1059640"/>
                  <a:gd name="connsiteX7" fmla="*/ 377803 w 1120674"/>
                  <a:gd name="connsiteY7" fmla="*/ 114 h 1059640"/>
                  <a:gd name="connsiteX8" fmla="*/ 0 w 1120674"/>
                  <a:gd name="connsiteY8" fmla="*/ 74 h 1059640"/>
                  <a:gd name="connsiteX9" fmla="*/ 55 w 1120674"/>
                  <a:gd name="connsiteY9" fmla="*/ 75 h 1059640"/>
                  <a:gd name="connsiteX10" fmla="*/ 28 w 1120674"/>
                  <a:gd name="connsiteY10" fmla="*/ 114 h 1059640"/>
                  <a:gd name="connsiteX11" fmla="*/ 0 w 1120674"/>
                  <a:gd name="connsiteY11" fmla="*/ 74 h 1059640"/>
                  <a:gd name="connsiteX12" fmla="*/ 377723 w 1120674"/>
                  <a:gd name="connsiteY12" fmla="*/ 0 h 1059640"/>
                  <a:gd name="connsiteX13" fmla="*/ 377775 w 1120674"/>
                  <a:gd name="connsiteY13" fmla="*/ 75 h 1059640"/>
                  <a:gd name="connsiteX14" fmla="*/ 188915 w 1120674"/>
                  <a:gd name="connsiteY14" fmla="*/ 36 h 1059640"/>
                  <a:gd name="connsiteX15" fmla="*/ 377723 w 1120674"/>
                  <a:gd name="connsiteY15" fmla="*/ 0 h 1059640"/>
                  <a:gd name="connsiteX0" fmla="*/ 1120674 w 1120674"/>
                  <a:gd name="connsiteY0" fmla="*/ 1059640 h 1059640"/>
                  <a:gd name="connsiteX1" fmla="*/ 743335 w 1120674"/>
                  <a:gd name="connsiteY1" fmla="*/ 1059640 h 1059640"/>
                  <a:gd name="connsiteX2" fmla="*/ 1120674 w 1120674"/>
                  <a:gd name="connsiteY2" fmla="*/ 1059640 h 1059640"/>
                  <a:gd name="connsiteX3" fmla="*/ 377803 w 1120674"/>
                  <a:gd name="connsiteY3" fmla="*/ 114 h 1059640"/>
                  <a:gd name="connsiteX4" fmla="*/ 1120674 w 1120674"/>
                  <a:gd name="connsiteY4" fmla="*/ 1059640 h 1059640"/>
                  <a:gd name="connsiteX5" fmla="*/ 743335 w 1120674"/>
                  <a:gd name="connsiteY5" fmla="*/ 1059640 h 1059640"/>
                  <a:gd name="connsiteX6" fmla="*/ 188915 w 1120674"/>
                  <a:gd name="connsiteY6" fmla="*/ 269358 h 1059640"/>
                  <a:gd name="connsiteX7" fmla="*/ 377803 w 1120674"/>
                  <a:gd name="connsiteY7" fmla="*/ 114 h 1059640"/>
                  <a:gd name="connsiteX8" fmla="*/ 0 w 1120674"/>
                  <a:gd name="connsiteY8" fmla="*/ 74 h 1059640"/>
                  <a:gd name="connsiteX9" fmla="*/ 55 w 1120674"/>
                  <a:gd name="connsiteY9" fmla="*/ 75 h 1059640"/>
                  <a:gd name="connsiteX10" fmla="*/ 28 w 1120674"/>
                  <a:gd name="connsiteY10" fmla="*/ 114 h 1059640"/>
                  <a:gd name="connsiteX11" fmla="*/ 0 w 1120674"/>
                  <a:gd name="connsiteY11" fmla="*/ 74 h 1059640"/>
                  <a:gd name="connsiteX12" fmla="*/ 377723 w 1120674"/>
                  <a:gd name="connsiteY12" fmla="*/ 0 h 1059640"/>
                  <a:gd name="connsiteX13" fmla="*/ 377775 w 1120674"/>
                  <a:gd name="connsiteY13" fmla="*/ 75 h 1059640"/>
                  <a:gd name="connsiteX14" fmla="*/ 377723 w 1120674"/>
                  <a:gd name="connsiteY14" fmla="*/ 0 h 1059640"/>
                  <a:gd name="connsiteX0" fmla="*/ 1120646 w 1120646"/>
                  <a:gd name="connsiteY0" fmla="*/ 1059640 h 1059640"/>
                  <a:gd name="connsiteX1" fmla="*/ 743307 w 1120646"/>
                  <a:gd name="connsiteY1" fmla="*/ 1059640 h 1059640"/>
                  <a:gd name="connsiteX2" fmla="*/ 1120646 w 1120646"/>
                  <a:gd name="connsiteY2" fmla="*/ 1059640 h 1059640"/>
                  <a:gd name="connsiteX3" fmla="*/ 377775 w 1120646"/>
                  <a:gd name="connsiteY3" fmla="*/ 114 h 1059640"/>
                  <a:gd name="connsiteX4" fmla="*/ 1120646 w 1120646"/>
                  <a:gd name="connsiteY4" fmla="*/ 1059640 h 1059640"/>
                  <a:gd name="connsiteX5" fmla="*/ 743307 w 1120646"/>
                  <a:gd name="connsiteY5" fmla="*/ 1059640 h 1059640"/>
                  <a:gd name="connsiteX6" fmla="*/ 188887 w 1120646"/>
                  <a:gd name="connsiteY6" fmla="*/ 269358 h 1059640"/>
                  <a:gd name="connsiteX7" fmla="*/ 377775 w 1120646"/>
                  <a:gd name="connsiteY7" fmla="*/ 114 h 1059640"/>
                  <a:gd name="connsiteX8" fmla="*/ 0 w 1120646"/>
                  <a:gd name="connsiteY8" fmla="*/ 114 h 1059640"/>
                  <a:gd name="connsiteX9" fmla="*/ 27 w 1120646"/>
                  <a:gd name="connsiteY9" fmla="*/ 75 h 1059640"/>
                  <a:gd name="connsiteX10" fmla="*/ 0 w 1120646"/>
                  <a:gd name="connsiteY10" fmla="*/ 114 h 1059640"/>
                  <a:gd name="connsiteX11" fmla="*/ 377695 w 1120646"/>
                  <a:gd name="connsiteY11" fmla="*/ 0 h 1059640"/>
                  <a:gd name="connsiteX12" fmla="*/ 377747 w 1120646"/>
                  <a:gd name="connsiteY12" fmla="*/ 75 h 1059640"/>
                  <a:gd name="connsiteX13" fmla="*/ 377695 w 1120646"/>
                  <a:gd name="connsiteY13" fmla="*/ 0 h 1059640"/>
                  <a:gd name="connsiteX0" fmla="*/ 931759 w 931759"/>
                  <a:gd name="connsiteY0" fmla="*/ 1059640 h 1059640"/>
                  <a:gd name="connsiteX1" fmla="*/ 554420 w 931759"/>
                  <a:gd name="connsiteY1" fmla="*/ 1059640 h 1059640"/>
                  <a:gd name="connsiteX2" fmla="*/ 931759 w 931759"/>
                  <a:gd name="connsiteY2" fmla="*/ 1059640 h 1059640"/>
                  <a:gd name="connsiteX3" fmla="*/ 188888 w 931759"/>
                  <a:gd name="connsiteY3" fmla="*/ 114 h 1059640"/>
                  <a:gd name="connsiteX4" fmla="*/ 931759 w 931759"/>
                  <a:gd name="connsiteY4" fmla="*/ 1059640 h 1059640"/>
                  <a:gd name="connsiteX5" fmla="*/ 554420 w 931759"/>
                  <a:gd name="connsiteY5" fmla="*/ 1059640 h 1059640"/>
                  <a:gd name="connsiteX6" fmla="*/ 0 w 931759"/>
                  <a:gd name="connsiteY6" fmla="*/ 269358 h 1059640"/>
                  <a:gd name="connsiteX7" fmla="*/ 188888 w 931759"/>
                  <a:gd name="connsiteY7" fmla="*/ 114 h 1059640"/>
                  <a:gd name="connsiteX8" fmla="*/ 188808 w 931759"/>
                  <a:gd name="connsiteY8" fmla="*/ 0 h 1059640"/>
                  <a:gd name="connsiteX9" fmla="*/ 188860 w 931759"/>
                  <a:gd name="connsiteY9" fmla="*/ 75 h 1059640"/>
                  <a:gd name="connsiteX10" fmla="*/ 188808 w 931759"/>
                  <a:gd name="connsiteY10" fmla="*/ 0 h 105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759" h="1059640">
                    <a:moveTo>
                      <a:pt x="931759" y="1059640"/>
                    </a:moveTo>
                    <a:lnTo>
                      <a:pt x="554420" y="1059640"/>
                    </a:lnTo>
                    <a:lnTo>
                      <a:pt x="931759" y="1059640"/>
                    </a:lnTo>
                    <a:close/>
                    <a:moveTo>
                      <a:pt x="188888" y="114"/>
                    </a:moveTo>
                    <a:lnTo>
                      <a:pt x="931759" y="1059640"/>
                    </a:lnTo>
                    <a:lnTo>
                      <a:pt x="554420" y="1059640"/>
                    </a:lnTo>
                    <a:lnTo>
                      <a:pt x="0" y="269358"/>
                    </a:lnTo>
                    <a:lnTo>
                      <a:pt x="188888" y="114"/>
                    </a:lnTo>
                    <a:close/>
                    <a:moveTo>
                      <a:pt x="188808" y="0"/>
                    </a:moveTo>
                    <a:cubicBezTo>
                      <a:pt x="188825" y="25"/>
                      <a:pt x="188843" y="50"/>
                      <a:pt x="188860" y="75"/>
                    </a:cubicBezTo>
                    <a:cubicBezTo>
                      <a:pt x="188843" y="50"/>
                      <a:pt x="188825" y="25"/>
                      <a:pt x="188808" y="0"/>
                    </a:cubicBez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21" name="Gruppieren 20"/>
            <p:cNvGrpSpPr/>
            <p:nvPr userDrawn="1"/>
          </p:nvGrpSpPr>
          <p:grpSpPr>
            <a:xfrm>
              <a:off x="805344" y="6079748"/>
              <a:ext cx="911251" cy="1025605"/>
              <a:chOff x="805344" y="6079748"/>
              <a:chExt cx="911251" cy="1025605"/>
            </a:xfrm>
          </p:grpSpPr>
          <p:sp>
            <p:nvSpPr>
              <p:cNvPr id="99" name="Flussdiagramm: Daten 6"/>
              <p:cNvSpPr/>
              <p:nvPr userDrawn="1"/>
            </p:nvSpPr>
            <p:spPr>
              <a:xfrm rot="7500000" flipV="1">
                <a:off x="562101" y="6322991"/>
                <a:ext cx="1025603" cy="539118"/>
              </a:xfrm>
              <a:custGeom>
                <a:avLst/>
                <a:gdLst>
                  <a:gd name="connsiteX0" fmla="*/ 6779499 w 6779499"/>
                  <a:gd name="connsiteY0" fmla="*/ 0 h 542702"/>
                  <a:gd name="connsiteX1" fmla="*/ 6750112 w 6779499"/>
                  <a:gd name="connsiteY1" fmla="*/ 40353 h 542702"/>
                  <a:gd name="connsiteX2" fmla="*/ 6779499 w 6779499"/>
                  <a:gd name="connsiteY2" fmla="*/ 0 h 542702"/>
                  <a:gd name="connsiteX3" fmla="*/ 377295 w 6779499"/>
                  <a:gd name="connsiteY3" fmla="*/ 3988 h 542702"/>
                  <a:gd name="connsiteX4" fmla="*/ 572636 w 6779499"/>
                  <a:gd name="connsiteY4" fmla="*/ 542186 h 542702"/>
                  <a:gd name="connsiteX5" fmla="*/ 648517 w 6779499"/>
                  <a:gd name="connsiteY5" fmla="*/ 542118 h 542702"/>
                  <a:gd name="connsiteX6" fmla="*/ 1025603 w 6779499"/>
                  <a:gd name="connsiteY6" fmla="*/ 3584 h 542702"/>
                  <a:gd name="connsiteX7" fmla="*/ 377295 w 6779499"/>
                  <a:gd name="connsiteY7" fmla="*/ 3988 h 542702"/>
                  <a:gd name="connsiteX8" fmla="*/ 54 w 6779499"/>
                  <a:gd name="connsiteY8" fmla="*/ 542621 h 542702"/>
                  <a:gd name="connsiteX9" fmla="*/ 0 w 6779499"/>
                  <a:gd name="connsiteY9" fmla="*/ 542700 h 542702"/>
                  <a:gd name="connsiteX10" fmla="*/ 84 w 6779499"/>
                  <a:gd name="connsiteY10" fmla="*/ 542702 h 542702"/>
                  <a:gd name="connsiteX11" fmla="*/ 54 w 6779499"/>
                  <a:gd name="connsiteY11" fmla="*/ 542621 h 542702"/>
                  <a:gd name="connsiteX12" fmla="*/ 377052 w 6779499"/>
                  <a:gd name="connsiteY12" fmla="*/ 3988 h 542702"/>
                  <a:gd name="connsiteX13" fmla="*/ 188579 w 6779499"/>
                  <a:gd name="connsiteY13" fmla="*/ 273267 h 542702"/>
                  <a:gd name="connsiteX14" fmla="*/ 377211 w 6779499"/>
                  <a:gd name="connsiteY14" fmla="*/ 3987 h 542702"/>
                  <a:gd name="connsiteX15" fmla="*/ 377052 w 6779499"/>
                  <a:gd name="connsiteY15" fmla="*/ 3988 h 542702"/>
                  <a:gd name="connsiteX0" fmla="*/ 377295 w 1025603"/>
                  <a:gd name="connsiteY0" fmla="*/ 404 h 539118"/>
                  <a:gd name="connsiteX1" fmla="*/ 572636 w 1025603"/>
                  <a:gd name="connsiteY1" fmla="*/ 538602 h 539118"/>
                  <a:gd name="connsiteX2" fmla="*/ 648517 w 1025603"/>
                  <a:gd name="connsiteY2" fmla="*/ 538534 h 539118"/>
                  <a:gd name="connsiteX3" fmla="*/ 1025603 w 1025603"/>
                  <a:gd name="connsiteY3" fmla="*/ 0 h 539118"/>
                  <a:gd name="connsiteX4" fmla="*/ 377295 w 1025603"/>
                  <a:gd name="connsiteY4" fmla="*/ 404 h 539118"/>
                  <a:gd name="connsiteX5" fmla="*/ 54 w 1025603"/>
                  <a:gd name="connsiteY5" fmla="*/ 539037 h 539118"/>
                  <a:gd name="connsiteX6" fmla="*/ 0 w 1025603"/>
                  <a:gd name="connsiteY6" fmla="*/ 539116 h 539118"/>
                  <a:gd name="connsiteX7" fmla="*/ 84 w 1025603"/>
                  <a:gd name="connsiteY7" fmla="*/ 539118 h 539118"/>
                  <a:gd name="connsiteX8" fmla="*/ 54 w 1025603"/>
                  <a:gd name="connsiteY8" fmla="*/ 539037 h 539118"/>
                  <a:gd name="connsiteX9" fmla="*/ 377052 w 1025603"/>
                  <a:gd name="connsiteY9" fmla="*/ 404 h 539118"/>
                  <a:gd name="connsiteX10" fmla="*/ 188579 w 1025603"/>
                  <a:gd name="connsiteY10" fmla="*/ 269683 h 539118"/>
                  <a:gd name="connsiteX11" fmla="*/ 377211 w 1025603"/>
                  <a:gd name="connsiteY11" fmla="*/ 403 h 539118"/>
                  <a:gd name="connsiteX12" fmla="*/ 377052 w 1025603"/>
                  <a:gd name="connsiteY12" fmla="*/ 404 h 539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5603" h="539118">
                    <a:moveTo>
                      <a:pt x="377295" y="404"/>
                    </a:moveTo>
                    <a:lnTo>
                      <a:pt x="572636" y="538602"/>
                    </a:lnTo>
                    <a:lnTo>
                      <a:pt x="648517" y="538534"/>
                    </a:lnTo>
                    <a:lnTo>
                      <a:pt x="1025603" y="0"/>
                    </a:lnTo>
                    <a:lnTo>
                      <a:pt x="377295" y="404"/>
                    </a:lnTo>
                    <a:close/>
                    <a:moveTo>
                      <a:pt x="54" y="539037"/>
                    </a:moveTo>
                    <a:cubicBezTo>
                      <a:pt x="36" y="539063"/>
                      <a:pt x="18" y="539090"/>
                      <a:pt x="0" y="539116"/>
                    </a:cubicBezTo>
                    <a:cubicBezTo>
                      <a:pt x="28" y="539117"/>
                      <a:pt x="56" y="539117"/>
                      <a:pt x="84" y="539118"/>
                    </a:cubicBezTo>
                    <a:lnTo>
                      <a:pt x="54" y="539037"/>
                    </a:lnTo>
                    <a:close/>
                    <a:moveTo>
                      <a:pt x="377052" y="404"/>
                    </a:moveTo>
                    <a:lnTo>
                      <a:pt x="188579" y="269683"/>
                    </a:lnTo>
                    <a:lnTo>
                      <a:pt x="377211" y="403"/>
                    </a:lnTo>
                    <a:lnTo>
                      <a:pt x="377052" y="404"/>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2" name="Flussdiagramm: Daten 6"/>
              <p:cNvSpPr/>
              <p:nvPr userDrawn="1"/>
            </p:nvSpPr>
            <p:spPr>
              <a:xfrm rot="14100000" flipH="1" flipV="1">
                <a:off x="934236" y="6322993"/>
                <a:ext cx="1025602" cy="539117"/>
              </a:xfrm>
              <a:custGeom>
                <a:avLst/>
                <a:gdLst/>
                <a:ahLst/>
                <a:cxnLst/>
                <a:rect l="l" t="t" r="r" b="b"/>
                <a:pathLst>
                  <a:path w="1025602" h="539117">
                    <a:moveTo>
                      <a:pt x="377297" y="404"/>
                    </a:moveTo>
                    <a:lnTo>
                      <a:pt x="1025602" y="0"/>
                    </a:lnTo>
                    <a:lnTo>
                      <a:pt x="648516" y="538535"/>
                    </a:lnTo>
                    <a:lnTo>
                      <a:pt x="572638" y="538603"/>
                    </a:lnTo>
                    <a:close/>
                    <a:moveTo>
                      <a:pt x="0" y="539117"/>
                    </a:moveTo>
                    <a:lnTo>
                      <a:pt x="57" y="539038"/>
                    </a:lnTo>
                    <a:lnTo>
                      <a:pt x="86" y="539117"/>
                    </a:lnTo>
                    <a:close/>
                    <a:moveTo>
                      <a:pt x="377053" y="404"/>
                    </a:moveTo>
                    <a:lnTo>
                      <a:pt x="377213" y="404"/>
                    </a:lnTo>
                    <a:lnTo>
                      <a:pt x="188581" y="26968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3" name="Flussdiagramm: Daten 6"/>
              <p:cNvSpPr/>
              <p:nvPr userDrawn="1"/>
            </p:nvSpPr>
            <p:spPr>
              <a:xfrm rot="7500000" flipV="1">
                <a:off x="918665" y="6137807"/>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sp>
        <p:nvSpPr>
          <p:cNvPr id="114" name="Titel 1"/>
          <p:cNvSpPr>
            <a:spLocks noGrp="1"/>
          </p:cNvSpPr>
          <p:nvPr>
            <p:ph type="title" hasCustomPrompt="1"/>
          </p:nvPr>
        </p:nvSpPr>
        <p:spPr>
          <a:xfrm>
            <a:off x="1044376" y="4"/>
            <a:ext cx="10101664" cy="3741441"/>
          </a:xfrm>
        </p:spPr>
        <p:txBody>
          <a:bodyPr rIns="3598920" anchor="b" anchorCtr="0">
            <a:noAutofit/>
          </a:bodyPr>
          <a:lstStyle>
            <a:lvl1pPr algn="l">
              <a:lnSpc>
                <a:spcPct val="80000"/>
              </a:lnSpc>
              <a:defRPr sz="8800" b="0" cap="all">
                <a:solidFill>
                  <a:schemeClr val="tx1"/>
                </a:solidFill>
                <a:latin typeface="Bebas Neue" pitchFamily="34" charset="0"/>
              </a:defRPr>
            </a:lvl1pPr>
          </a:lstStyle>
          <a:p>
            <a:r>
              <a:rPr lang="de-DE" dirty="0" smtClean="0"/>
              <a:t>FREE POWERPOINT </a:t>
            </a:r>
            <a:br>
              <a:rPr lang="de-DE" dirty="0" smtClean="0"/>
            </a:br>
            <a:r>
              <a:rPr lang="de-DE" dirty="0" smtClean="0"/>
              <a:t>TEMPLATE</a:t>
            </a:r>
            <a:endParaRPr lang="en-US" dirty="0"/>
          </a:p>
        </p:txBody>
      </p:sp>
      <p:sp>
        <p:nvSpPr>
          <p:cNvPr id="115" name="Textplatzhalter 2"/>
          <p:cNvSpPr>
            <a:spLocks noGrp="1"/>
          </p:cNvSpPr>
          <p:nvPr>
            <p:ph type="body" idx="1" hasCustomPrompt="1"/>
          </p:nvPr>
        </p:nvSpPr>
        <p:spPr>
          <a:xfrm>
            <a:off x="1044376" y="3741445"/>
            <a:ext cx="10101664" cy="2061759"/>
          </a:xfrm>
        </p:spPr>
        <p:txBody>
          <a:bodyPr rIns="3598920" anchor="t" anchorCtr="0"/>
          <a:lstStyle>
            <a:lvl1pPr marL="0" marR="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sz="4400">
                <a:solidFill>
                  <a:schemeClr val="tx1"/>
                </a:solidFill>
              </a:defRPr>
            </a:lvl1pPr>
            <a:lvl2pPr marL="457064" indent="0">
              <a:buNone/>
              <a:defRPr sz="1900">
                <a:solidFill>
                  <a:schemeClr val="tx1">
                    <a:tint val="75000"/>
                  </a:schemeClr>
                </a:solidFill>
              </a:defRPr>
            </a:lvl2pPr>
            <a:lvl3pPr marL="914127" indent="0">
              <a:buNone/>
              <a:defRPr sz="1600">
                <a:solidFill>
                  <a:schemeClr val="tx1">
                    <a:tint val="75000"/>
                  </a:schemeClr>
                </a:solidFill>
              </a:defRPr>
            </a:lvl3pPr>
            <a:lvl4pPr marL="1371190" indent="0">
              <a:buNone/>
              <a:defRPr sz="1500">
                <a:solidFill>
                  <a:schemeClr val="tx1">
                    <a:tint val="75000"/>
                  </a:schemeClr>
                </a:solidFill>
              </a:defRPr>
            </a:lvl4pPr>
            <a:lvl5pPr marL="1828252" indent="0">
              <a:buNone/>
              <a:defRPr sz="1500">
                <a:solidFill>
                  <a:schemeClr val="tx1">
                    <a:tint val="75000"/>
                  </a:schemeClr>
                </a:solidFill>
              </a:defRPr>
            </a:lvl5pPr>
            <a:lvl6pPr marL="2285314" indent="0">
              <a:buNone/>
              <a:defRPr sz="1500">
                <a:solidFill>
                  <a:schemeClr val="tx1">
                    <a:tint val="75000"/>
                  </a:schemeClr>
                </a:solidFill>
              </a:defRPr>
            </a:lvl6pPr>
            <a:lvl7pPr marL="2742378" indent="0">
              <a:buNone/>
              <a:defRPr sz="1500">
                <a:solidFill>
                  <a:schemeClr val="tx1">
                    <a:tint val="75000"/>
                  </a:schemeClr>
                </a:solidFill>
              </a:defRPr>
            </a:lvl7pPr>
            <a:lvl8pPr marL="3199440" indent="0">
              <a:buNone/>
              <a:defRPr sz="1500">
                <a:solidFill>
                  <a:schemeClr val="tx1">
                    <a:tint val="75000"/>
                  </a:schemeClr>
                </a:solidFill>
              </a:defRPr>
            </a:lvl8pPr>
            <a:lvl9pPr marL="3656504" indent="0">
              <a:buNone/>
              <a:defRPr sz="1500">
                <a:solidFill>
                  <a:schemeClr val="tx1">
                    <a:tint val="75000"/>
                  </a:schemeClr>
                </a:solidFill>
              </a:defRPr>
            </a:lvl9pPr>
          </a:lstStyle>
          <a:p>
            <a:pPr lvl="0"/>
            <a:r>
              <a:rPr lang="de-DE" dirty="0" smtClean="0"/>
              <a:t>PRESENTATIONLOAD</a:t>
            </a:r>
          </a:p>
        </p:txBody>
      </p:sp>
    </p:spTree>
    <p:extLst>
      <p:ext uri="{BB962C8B-B14F-4D97-AF65-F5344CB8AC3E}">
        <p14:creationId xmlns:p14="http://schemas.microsoft.com/office/powerpoint/2010/main" val="1096887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PERATOR">
    <p:spTree>
      <p:nvGrpSpPr>
        <p:cNvPr id="1" name=""/>
        <p:cNvGrpSpPr/>
        <p:nvPr/>
      </p:nvGrpSpPr>
      <p:grpSpPr>
        <a:xfrm>
          <a:off x="0" y="0"/>
          <a:ext cx="0" cy="0"/>
          <a:chOff x="0" y="0"/>
          <a:chExt cx="0" cy="0"/>
        </a:xfrm>
      </p:grpSpPr>
      <p:sp>
        <p:nvSpPr>
          <p:cNvPr id="40" name="Titel 1"/>
          <p:cNvSpPr>
            <a:spLocks noGrp="1"/>
          </p:cNvSpPr>
          <p:nvPr userDrawn="1">
            <p:ph type="title" hasCustomPrompt="1"/>
          </p:nvPr>
        </p:nvSpPr>
        <p:spPr>
          <a:xfrm>
            <a:off x="1073810" y="1006125"/>
            <a:ext cx="7920000" cy="1709843"/>
          </a:xfrm>
        </p:spPr>
        <p:txBody>
          <a:bodyPr tIns="0" anchor="b" anchorCtr="0">
            <a:noAutofit/>
          </a:bodyPr>
          <a:lstStyle>
            <a:lvl1pPr algn="l">
              <a:lnSpc>
                <a:spcPct val="80000"/>
              </a:lnSpc>
              <a:defRPr sz="6000" b="0" cap="none" baseline="0">
                <a:solidFill>
                  <a:schemeClr val="tx1"/>
                </a:solidFill>
                <a:latin typeface="Bebas Neue" panose="020B0506020202020201" pitchFamily="34" charset="0"/>
              </a:defRPr>
            </a:lvl1pPr>
          </a:lstStyle>
          <a:p>
            <a:r>
              <a:rPr lang="de-DE" dirty="0" smtClean="0"/>
              <a:t>Free PowerPoint</a:t>
            </a:r>
            <a:br>
              <a:rPr lang="de-DE" dirty="0" smtClean="0"/>
            </a:br>
            <a:r>
              <a:rPr lang="de-DE" dirty="0" smtClean="0"/>
              <a:t>Template</a:t>
            </a:r>
            <a:endParaRPr lang="en-US" dirty="0"/>
          </a:p>
        </p:txBody>
      </p:sp>
      <p:sp>
        <p:nvSpPr>
          <p:cNvPr id="41" name="Textplatzhalter 2"/>
          <p:cNvSpPr>
            <a:spLocks noGrp="1"/>
          </p:cNvSpPr>
          <p:nvPr userDrawn="1">
            <p:ph type="body" idx="1" hasCustomPrompt="1"/>
          </p:nvPr>
        </p:nvSpPr>
        <p:spPr>
          <a:xfrm>
            <a:off x="1073814" y="2715967"/>
            <a:ext cx="7920000" cy="666000"/>
          </a:xfrm>
        </p:spPr>
        <p:txBody>
          <a:bodyPr anchor="t" anchorCtr="0"/>
          <a:lstStyle>
            <a:lvl1pPr marL="0" marR="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sz="3200">
                <a:solidFill>
                  <a:schemeClr val="tx1">
                    <a:lumMod val="50000"/>
                    <a:lumOff val="50000"/>
                  </a:schemeClr>
                </a:solidFill>
                <a:latin typeface="Calibri Light" panose="020F0302020204030204" pitchFamily="34" charset="0"/>
              </a:defRPr>
            </a:lvl1pPr>
            <a:lvl2pPr marL="457064" indent="0">
              <a:buNone/>
              <a:defRPr sz="1900">
                <a:solidFill>
                  <a:schemeClr val="tx1">
                    <a:tint val="75000"/>
                  </a:schemeClr>
                </a:solidFill>
              </a:defRPr>
            </a:lvl2pPr>
            <a:lvl3pPr marL="914127" indent="0">
              <a:buNone/>
              <a:defRPr sz="1600">
                <a:solidFill>
                  <a:schemeClr val="tx1">
                    <a:tint val="75000"/>
                  </a:schemeClr>
                </a:solidFill>
              </a:defRPr>
            </a:lvl3pPr>
            <a:lvl4pPr marL="1371190" indent="0">
              <a:buNone/>
              <a:defRPr sz="1500">
                <a:solidFill>
                  <a:schemeClr val="tx1">
                    <a:tint val="75000"/>
                  </a:schemeClr>
                </a:solidFill>
              </a:defRPr>
            </a:lvl4pPr>
            <a:lvl5pPr marL="1828252" indent="0">
              <a:buNone/>
              <a:defRPr sz="1500">
                <a:solidFill>
                  <a:schemeClr val="tx1">
                    <a:tint val="75000"/>
                  </a:schemeClr>
                </a:solidFill>
              </a:defRPr>
            </a:lvl5pPr>
            <a:lvl6pPr marL="2285314" indent="0">
              <a:buNone/>
              <a:defRPr sz="1500">
                <a:solidFill>
                  <a:schemeClr val="tx1">
                    <a:tint val="75000"/>
                  </a:schemeClr>
                </a:solidFill>
              </a:defRPr>
            </a:lvl6pPr>
            <a:lvl7pPr marL="2742378" indent="0">
              <a:buNone/>
              <a:defRPr sz="1500">
                <a:solidFill>
                  <a:schemeClr val="tx1">
                    <a:tint val="75000"/>
                  </a:schemeClr>
                </a:solidFill>
              </a:defRPr>
            </a:lvl7pPr>
            <a:lvl8pPr marL="3199440" indent="0">
              <a:buNone/>
              <a:defRPr sz="1500">
                <a:solidFill>
                  <a:schemeClr val="tx1">
                    <a:tint val="75000"/>
                  </a:schemeClr>
                </a:solidFill>
              </a:defRPr>
            </a:lvl8pPr>
            <a:lvl9pPr marL="3656504" indent="0">
              <a:buNone/>
              <a:defRPr sz="1500">
                <a:solidFill>
                  <a:schemeClr val="tx1">
                    <a:tint val="75000"/>
                  </a:schemeClr>
                </a:solidFill>
              </a:defRPr>
            </a:lvl9pPr>
          </a:lstStyle>
          <a:p>
            <a:pPr marL="0" marR="0" lvl="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a:pPr>
            <a:r>
              <a:rPr lang="de-DE" dirty="0" smtClean="0"/>
              <a:t>PRESENTATIONLOAD</a:t>
            </a:r>
          </a:p>
          <a:p>
            <a:pPr lvl="0"/>
            <a:endParaRPr lang="de-DE" dirty="0" smtClean="0"/>
          </a:p>
        </p:txBody>
      </p:sp>
      <p:grpSp>
        <p:nvGrpSpPr>
          <p:cNvPr id="10" name="Gruppieren 9"/>
          <p:cNvGrpSpPr/>
          <p:nvPr userDrawn="1"/>
        </p:nvGrpSpPr>
        <p:grpSpPr>
          <a:xfrm>
            <a:off x="6577432" y="3245473"/>
            <a:ext cx="5612981" cy="3612531"/>
            <a:chOff x="6577432" y="3245471"/>
            <a:chExt cx="5612981" cy="3612530"/>
          </a:xfrm>
        </p:grpSpPr>
        <p:grpSp>
          <p:nvGrpSpPr>
            <p:cNvPr id="7" name="Gruppieren 6"/>
            <p:cNvGrpSpPr/>
            <p:nvPr userDrawn="1"/>
          </p:nvGrpSpPr>
          <p:grpSpPr>
            <a:xfrm>
              <a:off x="7593020" y="3245471"/>
              <a:ext cx="4597393" cy="3612530"/>
              <a:chOff x="7593020" y="3245471"/>
              <a:chExt cx="4597393" cy="3612530"/>
            </a:xfrm>
          </p:grpSpPr>
          <p:sp>
            <p:nvSpPr>
              <p:cNvPr id="79" name="Flussdiagramm: Daten 6"/>
              <p:cNvSpPr/>
              <p:nvPr userDrawn="1"/>
            </p:nvSpPr>
            <p:spPr>
              <a:xfrm rot="14100000" flipH="1" flipV="1">
                <a:off x="10072040" y="3265255"/>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Rechteck 4"/>
              <p:cNvSpPr/>
              <p:nvPr userDrawn="1"/>
            </p:nvSpPr>
            <p:spPr>
              <a:xfrm>
                <a:off x="9956851" y="3486255"/>
                <a:ext cx="2233562" cy="3183919"/>
              </a:xfrm>
              <a:custGeom>
                <a:avLst/>
                <a:gdLst/>
                <a:ahLst/>
                <a:cxnLst/>
                <a:rect l="l" t="t" r="r" b="b"/>
                <a:pathLst>
                  <a:path w="2233562" h="3183919">
                    <a:moveTo>
                      <a:pt x="768385" y="232"/>
                    </a:moveTo>
                    <a:lnTo>
                      <a:pt x="2233562" y="2089951"/>
                    </a:lnTo>
                    <a:lnTo>
                      <a:pt x="2233562" y="3183919"/>
                    </a:lnTo>
                    <a:lnTo>
                      <a:pt x="384221" y="547828"/>
                    </a:lnTo>
                    <a:close/>
                    <a:moveTo>
                      <a:pt x="0" y="152"/>
                    </a:moveTo>
                    <a:lnTo>
                      <a:pt x="113" y="152"/>
                    </a:lnTo>
                    <a:lnTo>
                      <a:pt x="56" y="232"/>
                    </a:lnTo>
                    <a:close/>
                    <a:moveTo>
                      <a:pt x="768221" y="0"/>
                    </a:moveTo>
                    <a:lnTo>
                      <a:pt x="768328" y="152"/>
                    </a:lnTo>
                    <a:lnTo>
                      <a:pt x="384220" y="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91" name="Rechteck 90"/>
              <p:cNvSpPr/>
              <p:nvPr userDrawn="1"/>
            </p:nvSpPr>
            <p:spPr>
              <a:xfrm>
                <a:off x="7593020" y="3486254"/>
                <a:ext cx="3132274" cy="3371747"/>
              </a:xfrm>
              <a:custGeom>
                <a:avLst/>
                <a:gdLst/>
                <a:ahLst/>
                <a:cxnLst/>
                <a:rect l="l" t="t" r="r" b="b"/>
                <a:pathLst>
                  <a:path w="3132274" h="3371747">
                    <a:moveTo>
                      <a:pt x="2363890" y="233"/>
                    </a:moveTo>
                    <a:lnTo>
                      <a:pt x="2748053" y="547829"/>
                    </a:lnTo>
                    <a:lnTo>
                      <a:pt x="766942" y="3371747"/>
                    </a:lnTo>
                    <a:lnTo>
                      <a:pt x="0" y="3371747"/>
                    </a:lnTo>
                    <a:close/>
                    <a:moveTo>
                      <a:pt x="3132274" y="152"/>
                    </a:moveTo>
                    <a:lnTo>
                      <a:pt x="3132217" y="233"/>
                    </a:lnTo>
                    <a:lnTo>
                      <a:pt x="3132161" y="152"/>
                    </a:lnTo>
                    <a:close/>
                    <a:moveTo>
                      <a:pt x="2364053" y="0"/>
                    </a:moveTo>
                    <a:lnTo>
                      <a:pt x="2748053" y="76"/>
                    </a:lnTo>
                    <a:lnTo>
                      <a:pt x="2363946" y="152"/>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8" name="Gruppieren 7"/>
            <p:cNvGrpSpPr/>
            <p:nvPr userDrawn="1"/>
          </p:nvGrpSpPr>
          <p:grpSpPr>
            <a:xfrm>
              <a:off x="6577432" y="5180674"/>
              <a:ext cx="2563671" cy="1677327"/>
              <a:chOff x="6577432" y="5180674"/>
              <a:chExt cx="2563671" cy="1677327"/>
            </a:xfrm>
          </p:grpSpPr>
          <p:sp>
            <p:nvSpPr>
              <p:cNvPr id="83" name="Flussdiagramm: Daten 6"/>
              <p:cNvSpPr/>
              <p:nvPr userDrawn="1"/>
            </p:nvSpPr>
            <p:spPr>
              <a:xfrm rot="14100000" flipH="1" flipV="1">
                <a:off x="7726988" y="5190401"/>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0" name="Rechteck 89"/>
              <p:cNvSpPr/>
              <p:nvPr userDrawn="1"/>
            </p:nvSpPr>
            <p:spPr>
              <a:xfrm>
                <a:off x="7670354" y="5299062"/>
                <a:ext cx="1470749" cy="1558938"/>
              </a:xfrm>
              <a:custGeom>
                <a:avLst/>
                <a:gdLst/>
                <a:ahLst/>
                <a:cxnLst/>
                <a:rect l="l" t="t" r="r" b="b"/>
                <a:pathLst>
                  <a:path w="1470749" h="1558938">
                    <a:moveTo>
                      <a:pt x="377802" y="114"/>
                    </a:moveTo>
                    <a:lnTo>
                      <a:pt x="1470749" y="1558938"/>
                    </a:lnTo>
                    <a:lnTo>
                      <a:pt x="1093614" y="1558938"/>
                    </a:lnTo>
                    <a:lnTo>
                      <a:pt x="188914" y="269358"/>
                    </a:lnTo>
                    <a:close/>
                    <a:moveTo>
                      <a:pt x="0" y="75"/>
                    </a:moveTo>
                    <a:lnTo>
                      <a:pt x="55" y="75"/>
                    </a:lnTo>
                    <a:lnTo>
                      <a:pt x="26" y="115"/>
                    </a:lnTo>
                    <a:close/>
                    <a:moveTo>
                      <a:pt x="377722" y="0"/>
                    </a:moveTo>
                    <a:lnTo>
                      <a:pt x="377774" y="75"/>
                    </a:lnTo>
                    <a:lnTo>
                      <a:pt x="188914" y="37"/>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92" name="Rechteck 91"/>
              <p:cNvSpPr/>
              <p:nvPr userDrawn="1"/>
            </p:nvSpPr>
            <p:spPr>
              <a:xfrm>
                <a:off x="6577432" y="5299064"/>
                <a:ext cx="1470748" cy="1558937"/>
              </a:xfrm>
              <a:custGeom>
                <a:avLst/>
                <a:gdLst/>
                <a:ahLst/>
                <a:cxnLst/>
                <a:rect l="l" t="t" r="r" b="b"/>
                <a:pathLst>
                  <a:path w="1470748" h="1558937">
                    <a:moveTo>
                      <a:pt x="1092946" y="114"/>
                    </a:moveTo>
                    <a:lnTo>
                      <a:pt x="1281834" y="269358"/>
                    </a:lnTo>
                    <a:lnTo>
                      <a:pt x="377134" y="1558937"/>
                    </a:lnTo>
                    <a:lnTo>
                      <a:pt x="0" y="1558937"/>
                    </a:lnTo>
                    <a:close/>
                    <a:moveTo>
                      <a:pt x="1470748" y="75"/>
                    </a:moveTo>
                    <a:lnTo>
                      <a:pt x="1470720" y="115"/>
                    </a:lnTo>
                    <a:lnTo>
                      <a:pt x="1470693" y="75"/>
                    </a:lnTo>
                    <a:close/>
                    <a:moveTo>
                      <a:pt x="1093026" y="0"/>
                    </a:moveTo>
                    <a:lnTo>
                      <a:pt x="1281833" y="37"/>
                    </a:lnTo>
                    <a:lnTo>
                      <a:pt x="1092974" y="75"/>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9" name="Gruppieren 8"/>
            <p:cNvGrpSpPr/>
            <p:nvPr userDrawn="1"/>
          </p:nvGrpSpPr>
          <p:grpSpPr>
            <a:xfrm>
              <a:off x="7702310" y="4699902"/>
              <a:ext cx="3394601" cy="2158099"/>
              <a:chOff x="7702310" y="4699902"/>
              <a:chExt cx="3394601" cy="2158099"/>
            </a:xfrm>
          </p:grpSpPr>
          <p:sp>
            <p:nvSpPr>
              <p:cNvPr id="87" name="Flussdiagramm: Daten 6"/>
              <p:cNvSpPr/>
              <p:nvPr userDrawn="1"/>
            </p:nvSpPr>
            <p:spPr>
              <a:xfrm rot="14100000" flipH="1" flipV="1">
                <a:off x="9169333" y="4716836"/>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8" name="Rechteck 87"/>
              <p:cNvSpPr/>
              <p:nvPr userDrawn="1"/>
            </p:nvSpPr>
            <p:spPr>
              <a:xfrm>
                <a:off x="9070737" y="4906000"/>
                <a:ext cx="2026174" cy="1952001"/>
              </a:xfrm>
              <a:custGeom>
                <a:avLst/>
                <a:gdLst/>
                <a:ahLst/>
                <a:cxnLst/>
                <a:rect l="l" t="t" r="r" b="b"/>
                <a:pathLst>
                  <a:path w="2026174" h="1952001">
                    <a:moveTo>
                      <a:pt x="657696" y="199"/>
                    </a:moveTo>
                    <a:lnTo>
                      <a:pt x="2026174" y="1952001"/>
                    </a:lnTo>
                    <a:lnTo>
                      <a:pt x="1369329" y="1952001"/>
                    </a:lnTo>
                    <a:lnTo>
                      <a:pt x="328872" y="468912"/>
                    </a:lnTo>
                    <a:close/>
                    <a:moveTo>
                      <a:pt x="96" y="130"/>
                    </a:moveTo>
                    <a:lnTo>
                      <a:pt x="48" y="200"/>
                    </a:lnTo>
                    <a:lnTo>
                      <a:pt x="0" y="130"/>
                    </a:lnTo>
                    <a:close/>
                    <a:moveTo>
                      <a:pt x="657556" y="0"/>
                    </a:moveTo>
                    <a:lnTo>
                      <a:pt x="657647" y="130"/>
                    </a:lnTo>
                    <a:lnTo>
                      <a:pt x="328872" y="65"/>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89" name="Rechteck 88"/>
              <p:cNvSpPr/>
              <p:nvPr userDrawn="1"/>
            </p:nvSpPr>
            <p:spPr>
              <a:xfrm>
                <a:off x="7702310" y="4906002"/>
                <a:ext cx="2026174" cy="1951999"/>
              </a:xfrm>
              <a:custGeom>
                <a:avLst/>
                <a:gdLst/>
                <a:ahLst/>
                <a:cxnLst/>
                <a:rect l="l" t="t" r="r" b="b"/>
                <a:pathLst>
                  <a:path w="2026174" h="1951999">
                    <a:moveTo>
                      <a:pt x="1368478" y="199"/>
                    </a:moveTo>
                    <a:lnTo>
                      <a:pt x="1697302" y="468912"/>
                    </a:lnTo>
                    <a:lnTo>
                      <a:pt x="656847" y="1951999"/>
                    </a:lnTo>
                    <a:lnTo>
                      <a:pt x="0" y="1951999"/>
                    </a:lnTo>
                    <a:close/>
                    <a:moveTo>
                      <a:pt x="2026174" y="130"/>
                    </a:moveTo>
                    <a:lnTo>
                      <a:pt x="2026125" y="199"/>
                    </a:lnTo>
                    <a:lnTo>
                      <a:pt x="2026077" y="130"/>
                    </a:lnTo>
                    <a:close/>
                    <a:moveTo>
                      <a:pt x="1368618" y="0"/>
                    </a:moveTo>
                    <a:lnTo>
                      <a:pt x="1697301" y="64"/>
                    </a:lnTo>
                    <a:lnTo>
                      <a:pt x="1368526" y="13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spTree>
    <p:extLst>
      <p:ext uri="{BB962C8B-B14F-4D97-AF65-F5344CB8AC3E}">
        <p14:creationId xmlns:p14="http://schemas.microsoft.com/office/powerpoint/2010/main" val="177847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1">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lvl1pPr>
          </a:lstStyle>
          <a:p>
            <a:pPr lvl="0"/>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tx1"/>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5"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17" name="Inhaltsplatzhalter 2"/>
          <p:cNvSpPr>
            <a:spLocks noGrp="1"/>
          </p:cNvSpPr>
          <p:nvPr>
            <p:ph idx="1"/>
          </p:nvPr>
        </p:nvSpPr>
        <p:spPr>
          <a:xfrm>
            <a:off x="516252" y="1483952"/>
            <a:ext cx="11134410" cy="4320000"/>
          </a:xfrm>
          <a:noFill/>
        </p:spPr>
        <p:txBody>
          <a:bodyPr/>
          <a:lstStyle>
            <a:lvl1pPr>
              <a:defRPr sz="2300">
                <a:solidFill>
                  <a:schemeClr val="tx1"/>
                </a:solidFill>
              </a:defRPr>
            </a:lvl1pPr>
            <a:lvl2pPr>
              <a:defRPr sz="2000">
                <a:solidFill>
                  <a:schemeClr val="tx1"/>
                </a:solidFill>
              </a:defRPr>
            </a:lvl2pPr>
            <a:lvl3pPr>
              <a:defRPr sz="1900">
                <a:solidFill>
                  <a:schemeClr val="tx1"/>
                </a:solidFill>
              </a:defRPr>
            </a:lvl3pPr>
            <a:lvl4pPr>
              <a:defRPr sz="1600">
                <a:solidFill>
                  <a:schemeClr val="tx1"/>
                </a:solidFill>
              </a:defRPr>
            </a:lvl4pPr>
            <a:lvl5pPr>
              <a:defRPr sz="1600">
                <a:solidFill>
                  <a:schemeClr val="tx1"/>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122606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lvl1pPr>
          </a:lstStyle>
          <a:p>
            <a:pPr lvl="0"/>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tx1"/>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5"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17" name="Inhaltsplatzhalter 2"/>
          <p:cNvSpPr>
            <a:spLocks noGrp="1"/>
          </p:cNvSpPr>
          <p:nvPr>
            <p:ph idx="1"/>
          </p:nvPr>
        </p:nvSpPr>
        <p:spPr>
          <a:xfrm>
            <a:off x="516251" y="1483952"/>
            <a:ext cx="8460000" cy="4320000"/>
          </a:xfrm>
          <a:noFill/>
        </p:spPr>
        <p:txBody>
          <a:bodyPr/>
          <a:lstStyle>
            <a:lvl1pPr>
              <a:defRPr sz="2300">
                <a:solidFill>
                  <a:schemeClr val="tx1"/>
                </a:solidFill>
              </a:defRPr>
            </a:lvl1pPr>
            <a:lvl2pPr>
              <a:defRPr sz="2000">
                <a:solidFill>
                  <a:schemeClr val="tx1"/>
                </a:solidFill>
              </a:defRPr>
            </a:lvl2pPr>
            <a:lvl3pPr>
              <a:defRPr sz="1900">
                <a:solidFill>
                  <a:schemeClr val="tx1"/>
                </a:solidFill>
              </a:defRPr>
            </a:lvl3pPr>
            <a:lvl4pPr>
              <a:defRPr sz="1600">
                <a:solidFill>
                  <a:schemeClr val="tx1"/>
                </a:solidFill>
              </a:defRPr>
            </a:lvl4pPr>
            <a:lvl5pPr>
              <a:defRPr sz="1600">
                <a:solidFill>
                  <a:schemeClr val="tx1"/>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202714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lvl1pPr>
          </a:lstStyle>
          <a:p>
            <a:pPr lvl="0"/>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tx1"/>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Inhaltsplatzhalter 2"/>
          <p:cNvSpPr>
            <a:spLocks noGrp="1"/>
          </p:cNvSpPr>
          <p:nvPr>
            <p:ph idx="15"/>
          </p:nvPr>
        </p:nvSpPr>
        <p:spPr>
          <a:xfrm>
            <a:off x="516252" y="1483952"/>
            <a:ext cx="5324764" cy="4320000"/>
          </a:xfrm>
          <a:noFill/>
        </p:spPr>
        <p:txBody>
          <a:bodyPr/>
          <a:lstStyle>
            <a:lvl1pPr>
              <a:defRPr sz="2300">
                <a:solidFill>
                  <a:schemeClr val="tx1"/>
                </a:solidFill>
              </a:defRPr>
            </a:lvl1pPr>
            <a:lvl2pPr>
              <a:defRPr sz="2000">
                <a:solidFill>
                  <a:schemeClr val="tx1"/>
                </a:solidFill>
              </a:defRPr>
            </a:lvl2pPr>
            <a:lvl3pPr>
              <a:defRPr sz="1900">
                <a:solidFill>
                  <a:schemeClr val="tx1"/>
                </a:solidFill>
              </a:defRPr>
            </a:lvl3pPr>
            <a:lvl4pPr>
              <a:defRPr sz="1600">
                <a:solidFill>
                  <a:schemeClr val="tx1"/>
                </a:solidFill>
              </a:defRPr>
            </a:lvl4pPr>
            <a:lvl5pPr>
              <a:defRPr sz="1600">
                <a:solidFill>
                  <a:schemeClr val="tx1"/>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5" name="Inhaltsplatzhalter 2"/>
          <p:cNvSpPr>
            <a:spLocks noGrp="1"/>
          </p:cNvSpPr>
          <p:nvPr>
            <p:ph idx="16"/>
          </p:nvPr>
        </p:nvSpPr>
        <p:spPr>
          <a:xfrm>
            <a:off x="6310800" y="1476439"/>
            <a:ext cx="5324764" cy="4320000"/>
          </a:xfrm>
          <a:noFill/>
        </p:spPr>
        <p:txBody>
          <a:bodyPr/>
          <a:lstStyle>
            <a:lvl1pPr>
              <a:defRPr sz="2300">
                <a:solidFill>
                  <a:schemeClr val="tx1"/>
                </a:solidFill>
              </a:defRPr>
            </a:lvl1pPr>
            <a:lvl2pPr>
              <a:defRPr sz="2000">
                <a:solidFill>
                  <a:schemeClr val="tx1"/>
                </a:solidFill>
              </a:defRPr>
            </a:lvl2pPr>
            <a:lvl3pPr>
              <a:defRPr sz="1900">
                <a:solidFill>
                  <a:schemeClr val="tx1"/>
                </a:solidFill>
              </a:defRPr>
            </a:lvl3pPr>
            <a:lvl4pPr>
              <a:defRPr sz="1600">
                <a:solidFill>
                  <a:schemeClr val="tx1"/>
                </a:solidFill>
              </a:defRPr>
            </a:lvl4pPr>
            <a:lvl5pPr>
              <a:defRPr sz="1600">
                <a:solidFill>
                  <a:schemeClr val="tx1"/>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6"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7"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1060572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lvl1pPr>
          </a:lstStyle>
          <a:p>
            <a:pPr lvl="0"/>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tx1"/>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Inhaltsplatzhalter 2"/>
          <p:cNvSpPr>
            <a:spLocks noGrp="1"/>
          </p:cNvSpPr>
          <p:nvPr>
            <p:ph idx="15"/>
          </p:nvPr>
        </p:nvSpPr>
        <p:spPr>
          <a:xfrm>
            <a:off x="516252" y="1483952"/>
            <a:ext cx="5324764" cy="4320000"/>
          </a:xfrm>
          <a:noFill/>
        </p:spPr>
        <p:txBody>
          <a:bodyPr/>
          <a:lstStyle>
            <a:lvl1pPr>
              <a:defRPr sz="2300">
                <a:solidFill>
                  <a:schemeClr val="tx1"/>
                </a:solidFill>
              </a:defRPr>
            </a:lvl1pPr>
            <a:lvl2pPr>
              <a:defRPr sz="2000">
                <a:solidFill>
                  <a:schemeClr val="tx1"/>
                </a:solidFill>
              </a:defRPr>
            </a:lvl2pPr>
            <a:lvl3pPr>
              <a:defRPr sz="1900">
                <a:solidFill>
                  <a:schemeClr val="tx1"/>
                </a:solidFill>
              </a:defRPr>
            </a:lvl3pPr>
            <a:lvl4pPr>
              <a:defRPr sz="1600">
                <a:solidFill>
                  <a:schemeClr val="tx1"/>
                </a:solidFill>
              </a:defRPr>
            </a:lvl4pPr>
            <a:lvl5pPr>
              <a:defRPr sz="1600">
                <a:solidFill>
                  <a:schemeClr val="tx1"/>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6"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7"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8" name="Bildplatzhalter 2"/>
          <p:cNvSpPr>
            <a:spLocks noGrp="1"/>
          </p:cNvSpPr>
          <p:nvPr>
            <p:ph type="pic" sz="quarter" idx="16"/>
          </p:nvPr>
        </p:nvSpPr>
        <p:spPr>
          <a:xfrm>
            <a:off x="6310803" y="1483952"/>
            <a:ext cx="5879612" cy="4320000"/>
          </a:xfrm>
          <a:solidFill>
            <a:schemeClr val="bg1">
              <a:lumMod val="85000"/>
            </a:schemeClr>
          </a:solidFill>
        </p:spPr>
        <p:txBody>
          <a:bodyPr/>
          <a:lstStyle>
            <a:lvl1pPr>
              <a:defRPr>
                <a:solidFill>
                  <a:schemeClr val="bg1">
                    <a:lumMod val="85000"/>
                  </a:schemeClr>
                </a:solidFill>
              </a:defRPr>
            </a:lvl1pPr>
          </a:lstStyle>
          <a:p>
            <a:endParaRPr lang="en-US"/>
          </a:p>
        </p:txBody>
      </p:sp>
    </p:spTree>
    <p:extLst>
      <p:ext uri="{BB962C8B-B14F-4D97-AF65-F5344CB8AC3E}">
        <p14:creationId xmlns:p14="http://schemas.microsoft.com/office/powerpoint/2010/main" val="187481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lvl1pPr>
          </a:lstStyle>
          <a:p>
            <a:pPr lvl="0"/>
            <a:r>
              <a:rPr lang="de-DE" dirty="0" smtClean="0"/>
              <a:t>TITELMASTERFORMAT DURCH KLICKEN BEARBEITEN</a:t>
            </a:r>
            <a:endParaRPr lang="en-US" dirty="0"/>
          </a:p>
        </p:txBody>
      </p:sp>
      <p:sp>
        <p:nvSpPr>
          <p:cNvPr id="6" name="Textplatzhalter 12"/>
          <p:cNvSpPr>
            <a:spLocks noGrp="1"/>
          </p:cNvSpPr>
          <p:nvPr>
            <p:ph type="body" sz="quarter" idx="13" hasCustomPrompt="1"/>
          </p:nvPr>
        </p:nvSpPr>
        <p:spPr>
          <a:xfrm>
            <a:off x="516253" y="942477"/>
            <a:ext cx="11133137" cy="541475"/>
          </a:xfrm>
        </p:spPr>
        <p:txBody>
          <a:bodyPr lIns="10798" anchor="t" anchorCtr="0"/>
          <a:lstStyle>
            <a:lvl1pPr marL="0" indent="0">
              <a:buNone/>
              <a:defRPr>
                <a:solidFill>
                  <a:schemeClr val="tx1"/>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1"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2"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2679101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9"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392910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2">
    <p:spTree>
      <p:nvGrpSpPr>
        <p:cNvPr id="1" name=""/>
        <p:cNvGrpSpPr/>
        <p:nvPr/>
      </p:nvGrpSpPr>
      <p:grpSpPr>
        <a:xfrm>
          <a:off x="0" y="0"/>
          <a:ext cx="0" cy="0"/>
          <a:chOff x="0" y="0"/>
          <a:chExt cx="0" cy="0"/>
        </a:xfrm>
      </p:grpSpPr>
      <p:sp>
        <p:nvSpPr>
          <p:cNvPr id="8"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9"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306200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D">
    <p:spTree>
      <p:nvGrpSpPr>
        <p:cNvPr id="1" name=""/>
        <p:cNvGrpSpPr/>
        <p:nvPr/>
      </p:nvGrpSpPr>
      <p:grpSpPr>
        <a:xfrm>
          <a:off x="0" y="0"/>
          <a:ext cx="0" cy="0"/>
          <a:chOff x="0" y="0"/>
          <a:chExt cx="0" cy="0"/>
        </a:xfrm>
      </p:grpSpPr>
      <p:sp>
        <p:nvSpPr>
          <p:cNvPr id="9" name="Rechteck 8"/>
          <p:cNvSpPr/>
          <p:nvPr userDrawn="1"/>
        </p:nvSpPr>
        <p:spPr bwMode="auto">
          <a:xfrm>
            <a:off x="0" y="0"/>
            <a:ext cx="12190413" cy="6858000"/>
          </a:xfrm>
          <a:prstGeom prst="rect">
            <a:avLst/>
          </a:prstGeom>
          <a:solidFill>
            <a:srgbClr val="C8303F"/>
          </a:solidFill>
          <a:ln w="15875" cap="flat">
            <a:noFill/>
            <a:prstDash val="solid"/>
            <a:miter lim="800000"/>
            <a:headEnd/>
            <a:tailEnd/>
          </a:ln>
        </p:spPr>
        <p:txBody>
          <a:bodyPr vert="horz" wrap="square" lIns="91406" tIns="45702" rIns="91406" bIns="45702" numCol="1" anchor="t" anchorCtr="0" compatLnSpc="1">
            <a:prstTxWarp prst="textNoShape">
              <a:avLst/>
            </a:prstTxWarp>
          </a:bodyPr>
          <a:lstStyle/>
          <a:p>
            <a:pPr lvl="0"/>
            <a:endParaRPr lang="en-US" dirty="0"/>
          </a:p>
        </p:txBody>
      </p:sp>
      <p:sp>
        <p:nvSpPr>
          <p:cNvPr id="2" name="Titel 1"/>
          <p:cNvSpPr>
            <a:spLocks noGrp="1"/>
          </p:cNvSpPr>
          <p:nvPr>
            <p:ph type="title" hasCustomPrompt="1"/>
          </p:nvPr>
        </p:nvSpPr>
        <p:spPr/>
        <p:txBody>
          <a:bodyPr/>
          <a:lstStyle>
            <a:lvl1pPr>
              <a:defRPr>
                <a:solidFill>
                  <a:srgbClr val="FFFFFF"/>
                </a:solidFill>
              </a:defRPr>
            </a:lvl1pPr>
          </a:lstStyle>
          <a:p>
            <a:r>
              <a:rPr lang="de-DE" dirty="0" smtClean="0"/>
              <a:t>TITELMASTERFORMAT DURCH KLICKEN BEARBEITEN</a:t>
            </a:r>
            <a:endParaRPr lang="en-US" dirty="0"/>
          </a:p>
        </p:txBody>
      </p:sp>
      <p:sp>
        <p:nvSpPr>
          <p:cNvPr id="4" name="Fußzeilenplatzhalter 3"/>
          <p:cNvSpPr>
            <a:spLocks noGrp="1"/>
          </p:cNvSpPr>
          <p:nvPr>
            <p:ph type="ftr" sz="quarter" idx="11"/>
          </p:nvPr>
        </p:nvSpPr>
        <p:spPr>
          <a:xfrm>
            <a:off x="3954111" y="6076361"/>
            <a:ext cx="4275850" cy="360000"/>
          </a:xfrm>
        </p:spPr>
        <p:txBody>
          <a:bodyPr/>
          <a:lstStyle>
            <a:lvl1pPr>
              <a:defRPr>
                <a:solidFill>
                  <a:srgbClr val="FFFFFF"/>
                </a:solidFill>
              </a:defRPr>
            </a:lvl1pPr>
          </a:lstStyle>
          <a:p>
            <a:r>
              <a:rPr lang="en-US" smtClean="0"/>
              <a:t>Enter your footer text here</a:t>
            </a:r>
            <a:endParaRPr lang="en-US" dirty="0"/>
          </a:p>
        </p:txBody>
      </p:sp>
      <p:sp>
        <p:nvSpPr>
          <p:cNvPr id="5" name="Foliennummernplatzhalter 4"/>
          <p:cNvSpPr>
            <a:spLocks noGrp="1"/>
          </p:cNvSpPr>
          <p:nvPr>
            <p:ph type="sldNum" sz="quarter" idx="12"/>
          </p:nvPr>
        </p:nvSpPr>
        <p:spPr>
          <a:xfrm>
            <a:off x="516253" y="6076361"/>
            <a:ext cx="914308" cy="360000"/>
          </a:xfrm>
        </p:spPr>
        <p:txBody>
          <a:bodyPr/>
          <a:lstStyle>
            <a:lvl1pPr>
              <a:defRPr>
                <a:solidFill>
                  <a:srgbClr val="FFFFFF"/>
                </a:solidFill>
              </a:defRPr>
            </a:lvl1pPr>
          </a:lstStyle>
          <a:p>
            <a:fld id="{75A4F164-3A46-4CEE-A25C-CA523D5E42F3}" type="slidenum">
              <a:rPr lang="en-US" smtClean="0"/>
              <a:pPr/>
              <a:t>‹#›</a:t>
            </a:fld>
            <a:endParaRPr lang="en-US" dirty="0"/>
          </a:p>
        </p:txBody>
      </p:sp>
      <p:sp>
        <p:nvSpPr>
          <p:cNvPr id="6" name="Textplatzhalter 12"/>
          <p:cNvSpPr>
            <a:spLocks noGrp="1"/>
          </p:cNvSpPr>
          <p:nvPr>
            <p:ph type="body" sz="quarter" idx="13" hasCustomPrompt="1"/>
          </p:nvPr>
        </p:nvSpPr>
        <p:spPr>
          <a:xfrm>
            <a:off x="516253" y="942477"/>
            <a:ext cx="11133137" cy="541475"/>
          </a:xfrm>
        </p:spPr>
        <p:txBody>
          <a:bodyPr lIns="10798" anchor="t" anchorCtr="0"/>
          <a:lstStyle>
            <a:lvl1pPr marL="0" indent="0">
              <a:buNone/>
              <a:defRPr>
                <a:solidFill>
                  <a:srgbClr val="FFFFFF"/>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8" name="Inhaltsplatzhalter 2"/>
          <p:cNvSpPr>
            <a:spLocks noGrp="1"/>
          </p:cNvSpPr>
          <p:nvPr>
            <p:ph idx="1"/>
          </p:nvPr>
        </p:nvSpPr>
        <p:spPr>
          <a:xfrm>
            <a:off x="516256" y="1483952"/>
            <a:ext cx="11133349" cy="4319248"/>
          </a:xfrm>
          <a:noFill/>
        </p:spPr>
        <p:txBody>
          <a:bodyPr/>
          <a:lstStyle>
            <a:lvl1pPr>
              <a:defRPr sz="2300">
                <a:solidFill>
                  <a:srgbClr val="DDDDDD"/>
                </a:solidFill>
              </a:defRPr>
            </a:lvl1pPr>
            <a:lvl2pPr>
              <a:defRPr>
                <a:solidFill>
                  <a:srgbClr val="DDDDDD"/>
                </a:solidFill>
              </a:defRPr>
            </a:lvl2pPr>
            <a:lvl3pPr>
              <a:defRPr>
                <a:solidFill>
                  <a:srgbClr val="DDDDDD"/>
                </a:solidFill>
              </a:defRPr>
            </a:lvl3pPr>
            <a:lvl4pPr>
              <a:defRPr>
                <a:solidFill>
                  <a:srgbClr val="DDDDDD"/>
                </a:solidFill>
              </a:defRPr>
            </a:lvl4pPr>
            <a:lvl5pPr>
              <a:defRPr>
                <a:solidFill>
                  <a:srgbClr val="DDDDDD"/>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285414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grpSp>
        <p:nvGrpSpPr>
          <p:cNvPr id="21" name="Gruppieren 20"/>
          <p:cNvGrpSpPr/>
          <p:nvPr userDrawn="1"/>
        </p:nvGrpSpPr>
        <p:grpSpPr>
          <a:xfrm>
            <a:off x="81034" y="5206769"/>
            <a:ext cx="3453610" cy="1898584"/>
            <a:chOff x="81031" y="5206769"/>
            <a:chExt cx="3453611" cy="1898584"/>
          </a:xfrm>
        </p:grpSpPr>
        <p:grpSp>
          <p:nvGrpSpPr>
            <p:cNvPr id="22" name="Gruppieren 21"/>
            <p:cNvGrpSpPr/>
            <p:nvPr userDrawn="1"/>
          </p:nvGrpSpPr>
          <p:grpSpPr>
            <a:xfrm>
              <a:off x="81031" y="5206769"/>
              <a:ext cx="1991801" cy="1736748"/>
              <a:chOff x="81031" y="5206769"/>
              <a:chExt cx="1991801" cy="1736748"/>
            </a:xfrm>
          </p:grpSpPr>
          <p:sp>
            <p:nvSpPr>
              <p:cNvPr id="47" name="Flussdiagramm: Daten 6"/>
              <p:cNvSpPr/>
              <p:nvPr userDrawn="1"/>
            </p:nvSpPr>
            <p:spPr>
              <a:xfrm rot="7500000" flipV="1">
                <a:off x="-472446" y="5760246"/>
                <a:ext cx="1736748" cy="629794"/>
              </a:xfrm>
              <a:custGeom>
                <a:avLst/>
                <a:gdLst>
                  <a:gd name="connsiteX0" fmla="*/ 4875386 w 7920475"/>
                  <a:gd name="connsiteY0" fmla="*/ 1896 h 634035"/>
                  <a:gd name="connsiteX1" fmla="*/ 7498123 w 7920475"/>
                  <a:gd name="connsiteY1" fmla="*/ 627301 h 634035"/>
                  <a:gd name="connsiteX2" fmla="*/ 7920475 w 7920475"/>
                  <a:gd name="connsiteY2" fmla="*/ 0 h 634035"/>
                  <a:gd name="connsiteX3" fmla="*/ 4875386 w 7920475"/>
                  <a:gd name="connsiteY3" fmla="*/ 1896 h 634035"/>
                  <a:gd name="connsiteX4" fmla="*/ 440793 w 7920475"/>
                  <a:gd name="connsiteY4" fmla="*/ 4657 h 634035"/>
                  <a:gd name="connsiteX5" fmla="*/ 669010 w 7920475"/>
                  <a:gd name="connsiteY5" fmla="*/ 633434 h 634035"/>
                  <a:gd name="connsiteX6" fmla="*/ 1604583 w 7920475"/>
                  <a:gd name="connsiteY6" fmla="*/ 632594 h 634035"/>
                  <a:gd name="connsiteX7" fmla="*/ 1736748 w 7920475"/>
                  <a:gd name="connsiteY7" fmla="*/ 443842 h 634035"/>
                  <a:gd name="connsiteX8" fmla="*/ 1108933 w 7920475"/>
                  <a:gd name="connsiteY8" fmla="*/ 4241 h 634035"/>
                  <a:gd name="connsiteX9" fmla="*/ 440793 w 7920475"/>
                  <a:gd name="connsiteY9" fmla="*/ 4657 h 634035"/>
                  <a:gd name="connsiteX10" fmla="*/ 0 w 7920475"/>
                  <a:gd name="connsiteY10" fmla="*/ 634035 h 634035"/>
                  <a:gd name="connsiteX11" fmla="*/ 98 w 7920475"/>
                  <a:gd name="connsiteY11" fmla="*/ 634035 h 634035"/>
                  <a:gd name="connsiteX12" fmla="*/ 65 w 7920475"/>
                  <a:gd name="connsiteY12" fmla="*/ 633943 h 634035"/>
                  <a:gd name="connsiteX13" fmla="*/ 0 w 7920475"/>
                  <a:gd name="connsiteY13" fmla="*/ 634035 h 634035"/>
                  <a:gd name="connsiteX14" fmla="*/ 440509 w 7920475"/>
                  <a:gd name="connsiteY14" fmla="*/ 4658 h 634035"/>
                  <a:gd name="connsiteX15" fmla="*/ 220317 w 7920475"/>
                  <a:gd name="connsiteY15" fmla="*/ 319256 h 634035"/>
                  <a:gd name="connsiteX16" fmla="*/ 440695 w 7920475"/>
                  <a:gd name="connsiteY16" fmla="*/ 4657 h 634035"/>
                  <a:gd name="connsiteX17" fmla="*/ 440509 w 7920475"/>
                  <a:gd name="connsiteY17" fmla="*/ 4658 h 634035"/>
                  <a:gd name="connsiteX0" fmla="*/ 4875386 w 7920475"/>
                  <a:gd name="connsiteY0" fmla="*/ 1896 h 634035"/>
                  <a:gd name="connsiteX1" fmla="*/ 7920475 w 7920475"/>
                  <a:gd name="connsiteY1" fmla="*/ 0 h 634035"/>
                  <a:gd name="connsiteX2" fmla="*/ 4875386 w 7920475"/>
                  <a:gd name="connsiteY2" fmla="*/ 1896 h 634035"/>
                  <a:gd name="connsiteX3" fmla="*/ 440793 w 7920475"/>
                  <a:gd name="connsiteY3" fmla="*/ 4657 h 634035"/>
                  <a:gd name="connsiteX4" fmla="*/ 669010 w 7920475"/>
                  <a:gd name="connsiteY4" fmla="*/ 633434 h 634035"/>
                  <a:gd name="connsiteX5" fmla="*/ 1604583 w 7920475"/>
                  <a:gd name="connsiteY5" fmla="*/ 632594 h 634035"/>
                  <a:gd name="connsiteX6" fmla="*/ 1736748 w 7920475"/>
                  <a:gd name="connsiteY6" fmla="*/ 443842 h 634035"/>
                  <a:gd name="connsiteX7" fmla="*/ 1108933 w 7920475"/>
                  <a:gd name="connsiteY7" fmla="*/ 4241 h 634035"/>
                  <a:gd name="connsiteX8" fmla="*/ 440793 w 7920475"/>
                  <a:gd name="connsiteY8" fmla="*/ 4657 h 634035"/>
                  <a:gd name="connsiteX9" fmla="*/ 0 w 7920475"/>
                  <a:gd name="connsiteY9" fmla="*/ 634035 h 634035"/>
                  <a:gd name="connsiteX10" fmla="*/ 98 w 7920475"/>
                  <a:gd name="connsiteY10" fmla="*/ 634035 h 634035"/>
                  <a:gd name="connsiteX11" fmla="*/ 65 w 7920475"/>
                  <a:gd name="connsiteY11" fmla="*/ 633943 h 634035"/>
                  <a:gd name="connsiteX12" fmla="*/ 0 w 7920475"/>
                  <a:gd name="connsiteY12" fmla="*/ 634035 h 634035"/>
                  <a:gd name="connsiteX13" fmla="*/ 440509 w 7920475"/>
                  <a:gd name="connsiteY13" fmla="*/ 4658 h 634035"/>
                  <a:gd name="connsiteX14" fmla="*/ 220317 w 7920475"/>
                  <a:gd name="connsiteY14" fmla="*/ 319256 h 634035"/>
                  <a:gd name="connsiteX15" fmla="*/ 440695 w 7920475"/>
                  <a:gd name="connsiteY15" fmla="*/ 4657 h 634035"/>
                  <a:gd name="connsiteX16" fmla="*/ 440509 w 7920475"/>
                  <a:gd name="connsiteY16" fmla="*/ 4658 h 634035"/>
                  <a:gd name="connsiteX0" fmla="*/ 440793 w 1736748"/>
                  <a:gd name="connsiteY0" fmla="*/ 416 h 629794"/>
                  <a:gd name="connsiteX1" fmla="*/ 669010 w 1736748"/>
                  <a:gd name="connsiteY1" fmla="*/ 629193 h 629794"/>
                  <a:gd name="connsiteX2" fmla="*/ 1604583 w 1736748"/>
                  <a:gd name="connsiteY2" fmla="*/ 628353 h 629794"/>
                  <a:gd name="connsiteX3" fmla="*/ 1736748 w 1736748"/>
                  <a:gd name="connsiteY3" fmla="*/ 439601 h 629794"/>
                  <a:gd name="connsiteX4" fmla="*/ 1108933 w 1736748"/>
                  <a:gd name="connsiteY4" fmla="*/ 0 h 629794"/>
                  <a:gd name="connsiteX5" fmla="*/ 440793 w 1736748"/>
                  <a:gd name="connsiteY5" fmla="*/ 416 h 629794"/>
                  <a:gd name="connsiteX6" fmla="*/ 0 w 1736748"/>
                  <a:gd name="connsiteY6" fmla="*/ 629794 h 629794"/>
                  <a:gd name="connsiteX7" fmla="*/ 98 w 1736748"/>
                  <a:gd name="connsiteY7" fmla="*/ 629794 h 629794"/>
                  <a:gd name="connsiteX8" fmla="*/ 65 w 1736748"/>
                  <a:gd name="connsiteY8" fmla="*/ 629702 h 629794"/>
                  <a:gd name="connsiteX9" fmla="*/ 0 w 1736748"/>
                  <a:gd name="connsiteY9" fmla="*/ 629794 h 629794"/>
                  <a:gd name="connsiteX10" fmla="*/ 440509 w 1736748"/>
                  <a:gd name="connsiteY10" fmla="*/ 417 h 629794"/>
                  <a:gd name="connsiteX11" fmla="*/ 220317 w 1736748"/>
                  <a:gd name="connsiteY11" fmla="*/ 315015 h 629794"/>
                  <a:gd name="connsiteX12" fmla="*/ 440695 w 1736748"/>
                  <a:gd name="connsiteY12" fmla="*/ 416 h 629794"/>
                  <a:gd name="connsiteX13" fmla="*/ 440509 w 1736748"/>
                  <a:gd name="connsiteY13" fmla="*/ 417 h 629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36748" h="629794">
                    <a:moveTo>
                      <a:pt x="440793" y="416"/>
                    </a:moveTo>
                    <a:lnTo>
                      <a:pt x="669010" y="629193"/>
                    </a:lnTo>
                    <a:lnTo>
                      <a:pt x="1604583" y="628353"/>
                    </a:lnTo>
                    <a:lnTo>
                      <a:pt x="1736748" y="439601"/>
                    </a:lnTo>
                    <a:lnTo>
                      <a:pt x="1108933" y="0"/>
                    </a:lnTo>
                    <a:lnTo>
                      <a:pt x="440793" y="416"/>
                    </a:lnTo>
                    <a:close/>
                    <a:moveTo>
                      <a:pt x="0" y="629794"/>
                    </a:moveTo>
                    <a:lnTo>
                      <a:pt x="98" y="629794"/>
                    </a:lnTo>
                    <a:cubicBezTo>
                      <a:pt x="87" y="629763"/>
                      <a:pt x="76" y="629733"/>
                      <a:pt x="65" y="629702"/>
                    </a:cubicBezTo>
                    <a:lnTo>
                      <a:pt x="0" y="629794"/>
                    </a:lnTo>
                    <a:close/>
                    <a:moveTo>
                      <a:pt x="440509" y="417"/>
                    </a:moveTo>
                    <a:lnTo>
                      <a:pt x="220317" y="315015"/>
                    </a:lnTo>
                    <a:lnTo>
                      <a:pt x="440695" y="416"/>
                    </a:lnTo>
                    <a:lnTo>
                      <a:pt x="440509" y="417"/>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Flussdiagramm: Daten 6"/>
              <p:cNvSpPr/>
              <p:nvPr userDrawn="1"/>
            </p:nvSpPr>
            <p:spPr>
              <a:xfrm rot="7500000" flipV="1">
                <a:off x="367821" y="5323279"/>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9" name="Rechteck 4"/>
              <p:cNvSpPr/>
              <p:nvPr userDrawn="1"/>
            </p:nvSpPr>
            <p:spPr>
              <a:xfrm>
                <a:off x="383512" y="5544278"/>
                <a:ext cx="1689320" cy="1313723"/>
              </a:xfrm>
              <a:custGeom>
                <a:avLst/>
                <a:gdLst/>
                <a:ahLst/>
                <a:cxnLst/>
                <a:rect l="l" t="t" r="r" b="b"/>
                <a:pathLst>
                  <a:path w="1689320" h="1313723">
                    <a:moveTo>
                      <a:pt x="768385" y="233"/>
                    </a:moveTo>
                    <a:lnTo>
                      <a:pt x="1689320" y="1313723"/>
                    </a:lnTo>
                    <a:lnTo>
                      <a:pt x="921532" y="1313723"/>
                    </a:lnTo>
                    <a:lnTo>
                      <a:pt x="384221" y="547829"/>
                    </a:lnTo>
                    <a:close/>
                    <a:moveTo>
                      <a:pt x="0" y="152"/>
                    </a:moveTo>
                    <a:lnTo>
                      <a:pt x="113" y="152"/>
                    </a:lnTo>
                    <a:lnTo>
                      <a:pt x="57" y="233"/>
                    </a:lnTo>
                    <a:close/>
                    <a:moveTo>
                      <a:pt x="768221" y="0"/>
                    </a:moveTo>
                    <a:lnTo>
                      <a:pt x="768328" y="152"/>
                    </a:lnTo>
                    <a:lnTo>
                      <a:pt x="384221" y="76"/>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23" name="Gruppieren 22"/>
            <p:cNvGrpSpPr/>
            <p:nvPr userDrawn="1"/>
          </p:nvGrpSpPr>
          <p:grpSpPr>
            <a:xfrm>
              <a:off x="2076330" y="5572847"/>
              <a:ext cx="1458312" cy="1510739"/>
              <a:chOff x="2076330" y="5572847"/>
              <a:chExt cx="1458312" cy="1510739"/>
            </a:xfrm>
          </p:grpSpPr>
          <p:sp>
            <p:nvSpPr>
              <p:cNvPr id="44" name="Flussdiagramm: Daten 6"/>
              <p:cNvSpPr/>
              <p:nvPr userDrawn="1"/>
            </p:nvSpPr>
            <p:spPr>
              <a:xfrm rot="7500000" flipV="1">
                <a:off x="1476091" y="6173086"/>
                <a:ext cx="1510739" cy="310261"/>
              </a:xfrm>
              <a:custGeom>
                <a:avLst/>
                <a:gdLst/>
                <a:ahLst/>
                <a:cxnLst/>
                <a:rect l="l" t="t" r="r" b="b"/>
                <a:pathLst>
                  <a:path w="1510739" h="310261">
                    <a:moveTo>
                      <a:pt x="216732" y="805"/>
                    </a:moveTo>
                    <a:lnTo>
                      <a:pt x="328942" y="309965"/>
                    </a:lnTo>
                    <a:lnTo>
                      <a:pt x="1294306" y="309098"/>
                    </a:lnTo>
                    <a:lnTo>
                      <a:pt x="1510739" y="0"/>
                    </a:lnTo>
                    <a:close/>
                    <a:moveTo>
                      <a:pt x="0" y="310260"/>
                    </a:moveTo>
                    <a:lnTo>
                      <a:pt x="49" y="310261"/>
                    </a:lnTo>
                    <a:lnTo>
                      <a:pt x="33" y="310215"/>
                    </a:lnTo>
                    <a:close/>
                    <a:moveTo>
                      <a:pt x="216592" y="805"/>
                    </a:moveTo>
                    <a:lnTo>
                      <a:pt x="108327" y="155489"/>
                    </a:lnTo>
                    <a:lnTo>
                      <a:pt x="216684" y="806"/>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5" name="Flussdiagramm: Daten 6"/>
              <p:cNvSpPr/>
              <p:nvPr userDrawn="1"/>
            </p:nvSpPr>
            <p:spPr>
              <a:xfrm rot="7500000" flipV="1">
                <a:off x="2406251" y="5689698"/>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6" name="Rechteck 3"/>
              <p:cNvSpPr/>
              <p:nvPr userDrawn="1"/>
            </p:nvSpPr>
            <p:spPr>
              <a:xfrm>
                <a:off x="2602883" y="5798360"/>
                <a:ext cx="931759" cy="1059640"/>
              </a:xfrm>
              <a:custGeom>
                <a:avLst/>
                <a:gdLst>
                  <a:gd name="connsiteX0" fmla="*/ 0 w 6868510"/>
                  <a:gd name="connsiteY0" fmla="*/ 1059640 h 6010012"/>
                  <a:gd name="connsiteX1" fmla="*/ 3654987 w 6868510"/>
                  <a:gd name="connsiteY1" fmla="*/ 1059640 h 6010012"/>
                  <a:gd name="connsiteX2" fmla="*/ 5028976 w 6868510"/>
                  <a:gd name="connsiteY2" fmla="*/ 3018153 h 6010012"/>
                  <a:gd name="connsiteX3" fmla="*/ 5400740 w 6868510"/>
                  <a:gd name="connsiteY3" fmla="*/ 3011352 h 6010012"/>
                  <a:gd name="connsiteX4" fmla="*/ 4032326 w 6868510"/>
                  <a:gd name="connsiteY4" fmla="*/ 1059640 h 6010012"/>
                  <a:gd name="connsiteX5" fmla="*/ 6868510 w 6868510"/>
                  <a:gd name="connsiteY5" fmla="*/ 6010012 h 6010012"/>
                  <a:gd name="connsiteX6" fmla="*/ 0 w 6868510"/>
                  <a:gd name="connsiteY6" fmla="*/ 6010012 h 6010012"/>
                  <a:gd name="connsiteX7" fmla="*/ 0 w 6868510"/>
                  <a:gd name="connsiteY7" fmla="*/ 1059640 h 6010012"/>
                  <a:gd name="connsiteX8" fmla="*/ 3289455 w 6868510"/>
                  <a:gd name="connsiteY8" fmla="*/ 114 h 6010012"/>
                  <a:gd name="connsiteX9" fmla="*/ 4032326 w 6868510"/>
                  <a:gd name="connsiteY9" fmla="*/ 1059640 h 6010012"/>
                  <a:gd name="connsiteX10" fmla="*/ 3654987 w 6868510"/>
                  <a:gd name="connsiteY10" fmla="*/ 1059640 h 6010012"/>
                  <a:gd name="connsiteX11" fmla="*/ 3100567 w 6868510"/>
                  <a:gd name="connsiteY11" fmla="*/ 269358 h 6010012"/>
                  <a:gd name="connsiteX12" fmla="*/ 3289455 w 6868510"/>
                  <a:gd name="connsiteY12" fmla="*/ 114 h 6010012"/>
                  <a:gd name="connsiteX13" fmla="*/ 2911652 w 6868510"/>
                  <a:gd name="connsiteY13" fmla="*/ 74 h 6010012"/>
                  <a:gd name="connsiteX14" fmla="*/ 2911707 w 6868510"/>
                  <a:gd name="connsiteY14" fmla="*/ 75 h 6010012"/>
                  <a:gd name="connsiteX15" fmla="*/ 2911680 w 6868510"/>
                  <a:gd name="connsiteY15" fmla="*/ 114 h 6010012"/>
                  <a:gd name="connsiteX16" fmla="*/ 2911652 w 6868510"/>
                  <a:gd name="connsiteY16" fmla="*/ 74 h 6010012"/>
                  <a:gd name="connsiteX17" fmla="*/ 3289375 w 6868510"/>
                  <a:gd name="connsiteY17" fmla="*/ 0 h 6010012"/>
                  <a:gd name="connsiteX18" fmla="*/ 3289427 w 6868510"/>
                  <a:gd name="connsiteY18" fmla="*/ 75 h 6010012"/>
                  <a:gd name="connsiteX19" fmla="*/ 3100567 w 6868510"/>
                  <a:gd name="connsiteY19" fmla="*/ 36 h 6010012"/>
                  <a:gd name="connsiteX20" fmla="*/ 3289375 w 6868510"/>
                  <a:gd name="connsiteY20" fmla="*/ 0 h 6010012"/>
                  <a:gd name="connsiteX0" fmla="*/ 0 w 5400740"/>
                  <a:gd name="connsiteY0" fmla="*/ 1059640 h 6010012"/>
                  <a:gd name="connsiteX1" fmla="*/ 3654987 w 5400740"/>
                  <a:gd name="connsiteY1" fmla="*/ 1059640 h 6010012"/>
                  <a:gd name="connsiteX2" fmla="*/ 5028976 w 5400740"/>
                  <a:gd name="connsiteY2" fmla="*/ 3018153 h 6010012"/>
                  <a:gd name="connsiteX3" fmla="*/ 5400740 w 5400740"/>
                  <a:gd name="connsiteY3" fmla="*/ 3011352 h 6010012"/>
                  <a:gd name="connsiteX4" fmla="*/ 4032326 w 5400740"/>
                  <a:gd name="connsiteY4" fmla="*/ 1059640 h 6010012"/>
                  <a:gd name="connsiteX5" fmla="*/ 0 w 5400740"/>
                  <a:gd name="connsiteY5" fmla="*/ 6010012 h 6010012"/>
                  <a:gd name="connsiteX6" fmla="*/ 0 w 5400740"/>
                  <a:gd name="connsiteY6" fmla="*/ 1059640 h 6010012"/>
                  <a:gd name="connsiteX7" fmla="*/ 3289455 w 5400740"/>
                  <a:gd name="connsiteY7" fmla="*/ 114 h 6010012"/>
                  <a:gd name="connsiteX8" fmla="*/ 4032326 w 5400740"/>
                  <a:gd name="connsiteY8" fmla="*/ 1059640 h 6010012"/>
                  <a:gd name="connsiteX9" fmla="*/ 3654987 w 5400740"/>
                  <a:gd name="connsiteY9" fmla="*/ 1059640 h 6010012"/>
                  <a:gd name="connsiteX10" fmla="*/ 3100567 w 5400740"/>
                  <a:gd name="connsiteY10" fmla="*/ 269358 h 6010012"/>
                  <a:gd name="connsiteX11" fmla="*/ 3289455 w 5400740"/>
                  <a:gd name="connsiteY11" fmla="*/ 114 h 6010012"/>
                  <a:gd name="connsiteX12" fmla="*/ 2911652 w 5400740"/>
                  <a:gd name="connsiteY12" fmla="*/ 74 h 6010012"/>
                  <a:gd name="connsiteX13" fmla="*/ 2911707 w 5400740"/>
                  <a:gd name="connsiteY13" fmla="*/ 75 h 6010012"/>
                  <a:gd name="connsiteX14" fmla="*/ 2911680 w 5400740"/>
                  <a:gd name="connsiteY14" fmla="*/ 114 h 6010012"/>
                  <a:gd name="connsiteX15" fmla="*/ 2911652 w 5400740"/>
                  <a:gd name="connsiteY15" fmla="*/ 74 h 6010012"/>
                  <a:gd name="connsiteX16" fmla="*/ 3289375 w 5400740"/>
                  <a:gd name="connsiteY16" fmla="*/ 0 h 6010012"/>
                  <a:gd name="connsiteX17" fmla="*/ 3289427 w 5400740"/>
                  <a:gd name="connsiteY17" fmla="*/ 75 h 6010012"/>
                  <a:gd name="connsiteX18" fmla="*/ 3100567 w 5400740"/>
                  <a:gd name="connsiteY18" fmla="*/ 36 h 6010012"/>
                  <a:gd name="connsiteX19" fmla="*/ 3289375 w 5400740"/>
                  <a:gd name="connsiteY19" fmla="*/ 0 h 6010012"/>
                  <a:gd name="connsiteX0" fmla="*/ 47297 w 5448037"/>
                  <a:gd name="connsiteY0" fmla="*/ 1059640 h 6199198"/>
                  <a:gd name="connsiteX1" fmla="*/ 3702284 w 5448037"/>
                  <a:gd name="connsiteY1" fmla="*/ 1059640 h 6199198"/>
                  <a:gd name="connsiteX2" fmla="*/ 5076273 w 5448037"/>
                  <a:gd name="connsiteY2" fmla="*/ 3018153 h 6199198"/>
                  <a:gd name="connsiteX3" fmla="*/ 5448037 w 5448037"/>
                  <a:gd name="connsiteY3" fmla="*/ 3011352 h 6199198"/>
                  <a:gd name="connsiteX4" fmla="*/ 4079623 w 5448037"/>
                  <a:gd name="connsiteY4" fmla="*/ 1059640 h 6199198"/>
                  <a:gd name="connsiteX5" fmla="*/ 0 w 5448037"/>
                  <a:gd name="connsiteY5" fmla="*/ 6199198 h 6199198"/>
                  <a:gd name="connsiteX6" fmla="*/ 47297 w 5448037"/>
                  <a:gd name="connsiteY6" fmla="*/ 1059640 h 6199198"/>
                  <a:gd name="connsiteX7" fmla="*/ 3336752 w 5448037"/>
                  <a:gd name="connsiteY7" fmla="*/ 114 h 6199198"/>
                  <a:gd name="connsiteX8" fmla="*/ 4079623 w 5448037"/>
                  <a:gd name="connsiteY8" fmla="*/ 1059640 h 6199198"/>
                  <a:gd name="connsiteX9" fmla="*/ 3702284 w 5448037"/>
                  <a:gd name="connsiteY9" fmla="*/ 1059640 h 6199198"/>
                  <a:gd name="connsiteX10" fmla="*/ 3147864 w 5448037"/>
                  <a:gd name="connsiteY10" fmla="*/ 269358 h 6199198"/>
                  <a:gd name="connsiteX11" fmla="*/ 3336752 w 5448037"/>
                  <a:gd name="connsiteY11" fmla="*/ 114 h 6199198"/>
                  <a:gd name="connsiteX12" fmla="*/ 2958949 w 5448037"/>
                  <a:gd name="connsiteY12" fmla="*/ 74 h 6199198"/>
                  <a:gd name="connsiteX13" fmla="*/ 2959004 w 5448037"/>
                  <a:gd name="connsiteY13" fmla="*/ 75 h 6199198"/>
                  <a:gd name="connsiteX14" fmla="*/ 2958977 w 5448037"/>
                  <a:gd name="connsiteY14" fmla="*/ 114 h 6199198"/>
                  <a:gd name="connsiteX15" fmla="*/ 2958949 w 5448037"/>
                  <a:gd name="connsiteY15" fmla="*/ 74 h 6199198"/>
                  <a:gd name="connsiteX16" fmla="*/ 3336672 w 5448037"/>
                  <a:gd name="connsiteY16" fmla="*/ 0 h 6199198"/>
                  <a:gd name="connsiteX17" fmla="*/ 3336724 w 5448037"/>
                  <a:gd name="connsiteY17" fmla="*/ 75 h 6199198"/>
                  <a:gd name="connsiteX18" fmla="*/ 3147864 w 5448037"/>
                  <a:gd name="connsiteY18" fmla="*/ 36 h 6199198"/>
                  <a:gd name="connsiteX19" fmla="*/ 3336672 w 5448037"/>
                  <a:gd name="connsiteY19" fmla="*/ 0 h 6199198"/>
                  <a:gd name="connsiteX0" fmla="*/ 0 w 5400740"/>
                  <a:gd name="connsiteY0" fmla="*/ 1059640 h 3020378"/>
                  <a:gd name="connsiteX1" fmla="*/ 3654987 w 5400740"/>
                  <a:gd name="connsiteY1" fmla="*/ 1059640 h 3020378"/>
                  <a:gd name="connsiteX2" fmla="*/ 5028976 w 5400740"/>
                  <a:gd name="connsiteY2" fmla="*/ 3018153 h 3020378"/>
                  <a:gd name="connsiteX3" fmla="*/ 5400740 w 5400740"/>
                  <a:gd name="connsiteY3" fmla="*/ 3011352 h 3020378"/>
                  <a:gd name="connsiteX4" fmla="*/ 4032326 w 5400740"/>
                  <a:gd name="connsiteY4" fmla="*/ 1059640 h 3020378"/>
                  <a:gd name="connsiteX5" fmla="*/ 0 w 5400740"/>
                  <a:gd name="connsiteY5" fmla="*/ 1059640 h 3020378"/>
                  <a:gd name="connsiteX6" fmla="*/ 3289455 w 5400740"/>
                  <a:gd name="connsiteY6" fmla="*/ 114 h 3020378"/>
                  <a:gd name="connsiteX7" fmla="*/ 4032326 w 5400740"/>
                  <a:gd name="connsiteY7" fmla="*/ 1059640 h 3020378"/>
                  <a:gd name="connsiteX8" fmla="*/ 3654987 w 5400740"/>
                  <a:gd name="connsiteY8" fmla="*/ 1059640 h 3020378"/>
                  <a:gd name="connsiteX9" fmla="*/ 3100567 w 5400740"/>
                  <a:gd name="connsiteY9" fmla="*/ 269358 h 3020378"/>
                  <a:gd name="connsiteX10" fmla="*/ 3289455 w 5400740"/>
                  <a:gd name="connsiteY10" fmla="*/ 114 h 3020378"/>
                  <a:gd name="connsiteX11" fmla="*/ 2911652 w 5400740"/>
                  <a:gd name="connsiteY11" fmla="*/ 74 h 3020378"/>
                  <a:gd name="connsiteX12" fmla="*/ 2911707 w 5400740"/>
                  <a:gd name="connsiteY12" fmla="*/ 75 h 3020378"/>
                  <a:gd name="connsiteX13" fmla="*/ 2911680 w 5400740"/>
                  <a:gd name="connsiteY13" fmla="*/ 114 h 3020378"/>
                  <a:gd name="connsiteX14" fmla="*/ 2911652 w 5400740"/>
                  <a:gd name="connsiteY14" fmla="*/ 74 h 3020378"/>
                  <a:gd name="connsiteX15" fmla="*/ 3289375 w 5400740"/>
                  <a:gd name="connsiteY15" fmla="*/ 0 h 3020378"/>
                  <a:gd name="connsiteX16" fmla="*/ 3289427 w 5400740"/>
                  <a:gd name="connsiteY16" fmla="*/ 75 h 3020378"/>
                  <a:gd name="connsiteX17" fmla="*/ 3100567 w 5400740"/>
                  <a:gd name="connsiteY17" fmla="*/ 36 h 3020378"/>
                  <a:gd name="connsiteX18" fmla="*/ 3289375 w 5400740"/>
                  <a:gd name="connsiteY18" fmla="*/ 0 h 3020378"/>
                  <a:gd name="connsiteX0" fmla="*/ 1120674 w 2489088"/>
                  <a:gd name="connsiteY0" fmla="*/ 1059640 h 3020378"/>
                  <a:gd name="connsiteX1" fmla="*/ 743335 w 2489088"/>
                  <a:gd name="connsiteY1" fmla="*/ 1059640 h 3020378"/>
                  <a:gd name="connsiteX2" fmla="*/ 2117324 w 2489088"/>
                  <a:gd name="connsiteY2" fmla="*/ 3018153 h 3020378"/>
                  <a:gd name="connsiteX3" fmla="*/ 2489088 w 2489088"/>
                  <a:gd name="connsiteY3" fmla="*/ 3011352 h 3020378"/>
                  <a:gd name="connsiteX4" fmla="*/ 1120674 w 2489088"/>
                  <a:gd name="connsiteY4" fmla="*/ 1059640 h 3020378"/>
                  <a:gd name="connsiteX5" fmla="*/ 377803 w 2489088"/>
                  <a:gd name="connsiteY5" fmla="*/ 114 h 3020378"/>
                  <a:gd name="connsiteX6" fmla="*/ 1120674 w 2489088"/>
                  <a:gd name="connsiteY6" fmla="*/ 1059640 h 3020378"/>
                  <a:gd name="connsiteX7" fmla="*/ 743335 w 2489088"/>
                  <a:gd name="connsiteY7" fmla="*/ 1059640 h 3020378"/>
                  <a:gd name="connsiteX8" fmla="*/ 188915 w 2489088"/>
                  <a:gd name="connsiteY8" fmla="*/ 269358 h 3020378"/>
                  <a:gd name="connsiteX9" fmla="*/ 377803 w 2489088"/>
                  <a:gd name="connsiteY9" fmla="*/ 114 h 3020378"/>
                  <a:gd name="connsiteX10" fmla="*/ 0 w 2489088"/>
                  <a:gd name="connsiteY10" fmla="*/ 74 h 3020378"/>
                  <a:gd name="connsiteX11" fmla="*/ 55 w 2489088"/>
                  <a:gd name="connsiteY11" fmla="*/ 75 h 3020378"/>
                  <a:gd name="connsiteX12" fmla="*/ 28 w 2489088"/>
                  <a:gd name="connsiteY12" fmla="*/ 114 h 3020378"/>
                  <a:gd name="connsiteX13" fmla="*/ 0 w 2489088"/>
                  <a:gd name="connsiteY13" fmla="*/ 74 h 3020378"/>
                  <a:gd name="connsiteX14" fmla="*/ 377723 w 2489088"/>
                  <a:gd name="connsiteY14" fmla="*/ 0 h 3020378"/>
                  <a:gd name="connsiteX15" fmla="*/ 377775 w 2489088"/>
                  <a:gd name="connsiteY15" fmla="*/ 75 h 3020378"/>
                  <a:gd name="connsiteX16" fmla="*/ 188915 w 2489088"/>
                  <a:gd name="connsiteY16" fmla="*/ 36 h 3020378"/>
                  <a:gd name="connsiteX17" fmla="*/ 377723 w 2489088"/>
                  <a:gd name="connsiteY17" fmla="*/ 0 h 3020378"/>
                  <a:gd name="connsiteX0" fmla="*/ 1120674 w 2489088"/>
                  <a:gd name="connsiteY0" fmla="*/ 1059640 h 3011352"/>
                  <a:gd name="connsiteX1" fmla="*/ 743335 w 2489088"/>
                  <a:gd name="connsiteY1" fmla="*/ 1059640 h 3011352"/>
                  <a:gd name="connsiteX2" fmla="*/ 2489088 w 2489088"/>
                  <a:gd name="connsiteY2" fmla="*/ 3011352 h 3011352"/>
                  <a:gd name="connsiteX3" fmla="*/ 1120674 w 2489088"/>
                  <a:gd name="connsiteY3" fmla="*/ 1059640 h 3011352"/>
                  <a:gd name="connsiteX4" fmla="*/ 377803 w 2489088"/>
                  <a:gd name="connsiteY4" fmla="*/ 114 h 3011352"/>
                  <a:gd name="connsiteX5" fmla="*/ 1120674 w 2489088"/>
                  <a:gd name="connsiteY5" fmla="*/ 1059640 h 3011352"/>
                  <a:gd name="connsiteX6" fmla="*/ 743335 w 2489088"/>
                  <a:gd name="connsiteY6" fmla="*/ 1059640 h 3011352"/>
                  <a:gd name="connsiteX7" fmla="*/ 188915 w 2489088"/>
                  <a:gd name="connsiteY7" fmla="*/ 269358 h 3011352"/>
                  <a:gd name="connsiteX8" fmla="*/ 377803 w 2489088"/>
                  <a:gd name="connsiteY8" fmla="*/ 114 h 3011352"/>
                  <a:gd name="connsiteX9" fmla="*/ 0 w 2489088"/>
                  <a:gd name="connsiteY9" fmla="*/ 74 h 3011352"/>
                  <a:gd name="connsiteX10" fmla="*/ 55 w 2489088"/>
                  <a:gd name="connsiteY10" fmla="*/ 75 h 3011352"/>
                  <a:gd name="connsiteX11" fmla="*/ 28 w 2489088"/>
                  <a:gd name="connsiteY11" fmla="*/ 114 h 3011352"/>
                  <a:gd name="connsiteX12" fmla="*/ 0 w 2489088"/>
                  <a:gd name="connsiteY12" fmla="*/ 74 h 3011352"/>
                  <a:gd name="connsiteX13" fmla="*/ 377723 w 2489088"/>
                  <a:gd name="connsiteY13" fmla="*/ 0 h 3011352"/>
                  <a:gd name="connsiteX14" fmla="*/ 377775 w 2489088"/>
                  <a:gd name="connsiteY14" fmla="*/ 75 h 3011352"/>
                  <a:gd name="connsiteX15" fmla="*/ 188915 w 2489088"/>
                  <a:gd name="connsiteY15" fmla="*/ 36 h 3011352"/>
                  <a:gd name="connsiteX16" fmla="*/ 377723 w 2489088"/>
                  <a:gd name="connsiteY16" fmla="*/ 0 h 3011352"/>
                  <a:gd name="connsiteX0" fmla="*/ 1120674 w 1120674"/>
                  <a:gd name="connsiteY0" fmla="*/ 1059640 h 1059640"/>
                  <a:gd name="connsiteX1" fmla="*/ 743335 w 1120674"/>
                  <a:gd name="connsiteY1" fmla="*/ 1059640 h 1059640"/>
                  <a:gd name="connsiteX2" fmla="*/ 1120674 w 1120674"/>
                  <a:gd name="connsiteY2" fmla="*/ 1059640 h 1059640"/>
                  <a:gd name="connsiteX3" fmla="*/ 377803 w 1120674"/>
                  <a:gd name="connsiteY3" fmla="*/ 114 h 1059640"/>
                  <a:gd name="connsiteX4" fmla="*/ 1120674 w 1120674"/>
                  <a:gd name="connsiteY4" fmla="*/ 1059640 h 1059640"/>
                  <a:gd name="connsiteX5" fmla="*/ 743335 w 1120674"/>
                  <a:gd name="connsiteY5" fmla="*/ 1059640 h 1059640"/>
                  <a:gd name="connsiteX6" fmla="*/ 188915 w 1120674"/>
                  <a:gd name="connsiteY6" fmla="*/ 269358 h 1059640"/>
                  <a:gd name="connsiteX7" fmla="*/ 377803 w 1120674"/>
                  <a:gd name="connsiteY7" fmla="*/ 114 h 1059640"/>
                  <a:gd name="connsiteX8" fmla="*/ 0 w 1120674"/>
                  <a:gd name="connsiteY8" fmla="*/ 74 h 1059640"/>
                  <a:gd name="connsiteX9" fmla="*/ 55 w 1120674"/>
                  <a:gd name="connsiteY9" fmla="*/ 75 h 1059640"/>
                  <a:gd name="connsiteX10" fmla="*/ 28 w 1120674"/>
                  <a:gd name="connsiteY10" fmla="*/ 114 h 1059640"/>
                  <a:gd name="connsiteX11" fmla="*/ 0 w 1120674"/>
                  <a:gd name="connsiteY11" fmla="*/ 74 h 1059640"/>
                  <a:gd name="connsiteX12" fmla="*/ 377723 w 1120674"/>
                  <a:gd name="connsiteY12" fmla="*/ 0 h 1059640"/>
                  <a:gd name="connsiteX13" fmla="*/ 377775 w 1120674"/>
                  <a:gd name="connsiteY13" fmla="*/ 75 h 1059640"/>
                  <a:gd name="connsiteX14" fmla="*/ 188915 w 1120674"/>
                  <a:gd name="connsiteY14" fmla="*/ 36 h 1059640"/>
                  <a:gd name="connsiteX15" fmla="*/ 377723 w 1120674"/>
                  <a:gd name="connsiteY15" fmla="*/ 0 h 1059640"/>
                  <a:gd name="connsiteX0" fmla="*/ 1120674 w 1120674"/>
                  <a:gd name="connsiteY0" fmla="*/ 1059640 h 1059640"/>
                  <a:gd name="connsiteX1" fmla="*/ 743335 w 1120674"/>
                  <a:gd name="connsiteY1" fmla="*/ 1059640 h 1059640"/>
                  <a:gd name="connsiteX2" fmla="*/ 1120674 w 1120674"/>
                  <a:gd name="connsiteY2" fmla="*/ 1059640 h 1059640"/>
                  <a:gd name="connsiteX3" fmla="*/ 377803 w 1120674"/>
                  <a:gd name="connsiteY3" fmla="*/ 114 h 1059640"/>
                  <a:gd name="connsiteX4" fmla="*/ 1120674 w 1120674"/>
                  <a:gd name="connsiteY4" fmla="*/ 1059640 h 1059640"/>
                  <a:gd name="connsiteX5" fmla="*/ 743335 w 1120674"/>
                  <a:gd name="connsiteY5" fmla="*/ 1059640 h 1059640"/>
                  <a:gd name="connsiteX6" fmla="*/ 188915 w 1120674"/>
                  <a:gd name="connsiteY6" fmla="*/ 269358 h 1059640"/>
                  <a:gd name="connsiteX7" fmla="*/ 377803 w 1120674"/>
                  <a:gd name="connsiteY7" fmla="*/ 114 h 1059640"/>
                  <a:gd name="connsiteX8" fmla="*/ 0 w 1120674"/>
                  <a:gd name="connsiteY8" fmla="*/ 74 h 1059640"/>
                  <a:gd name="connsiteX9" fmla="*/ 55 w 1120674"/>
                  <a:gd name="connsiteY9" fmla="*/ 75 h 1059640"/>
                  <a:gd name="connsiteX10" fmla="*/ 28 w 1120674"/>
                  <a:gd name="connsiteY10" fmla="*/ 114 h 1059640"/>
                  <a:gd name="connsiteX11" fmla="*/ 0 w 1120674"/>
                  <a:gd name="connsiteY11" fmla="*/ 74 h 1059640"/>
                  <a:gd name="connsiteX12" fmla="*/ 377723 w 1120674"/>
                  <a:gd name="connsiteY12" fmla="*/ 0 h 1059640"/>
                  <a:gd name="connsiteX13" fmla="*/ 377775 w 1120674"/>
                  <a:gd name="connsiteY13" fmla="*/ 75 h 1059640"/>
                  <a:gd name="connsiteX14" fmla="*/ 377723 w 1120674"/>
                  <a:gd name="connsiteY14" fmla="*/ 0 h 1059640"/>
                  <a:gd name="connsiteX0" fmla="*/ 1120646 w 1120646"/>
                  <a:gd name="connsiteY0" fmla="*/ 1059640 h 1059640"/>
                  <a:gd name="connsiteX1" fmla="*/ 743307 w 1120646"/>
                  <a:gd name="connsiteY1" fmla="*/ 1059640 h 1059640"/>
                  <a:gd name="connsiteX2" fmla="*/ 1120646 w 1120646"/>
                  <a:gd name="connsiteY2" fmla="*/ 1059640 h 1059640"/>
                  <a:gd name="connsiteX3" fmla="*/ 377775 w 1120646"/>
                  <a:gd name="connsiteY3" fmla="*/ 114 h 1059640"/>
                  <a:gd name="connsiteX4" fmla="*/ 1120646 w 1120646"/>
                  <a:gd name="connsiteY4" fmla="*/ 1059640 h 1059640"/>
                  <a:gd name="connsiteX5" fmla="*/ 743307 w 1120646"/>
                  <a:gd name="connsiteY5" fmla="*/ 1059640 h 1059640"/>
                  <a:gd name="connsiteX6" fmla="*/ 188887 w 1120646"/>
                  <a:gd name="connsiteY6" fmla="*/ 269358 h 1059640"/>
                  <a:gd name="connsiteX7" fmla="*/ 377775 w 1120646"/>
                  <a:gd name="connsiteY7" fmla="*/ 114 h 1059640"/>
                  <a:gd name="connsiteX8" fmla="*/ 0 w 1120646"/>
                  <a:gd name="connsiteY8" fmla="*/ 114 h 1059640"/>
                  <a:gd name="connsiteX9" fmla="*/ 27 w 1120646"/>
                  <a:gd name="connsiteY9" fmla="*/ 75 h 1059640"/>
                  <a:gd name="connsiteX10" fmla="*/ 0 w 1120646"/>
                  <a:gd name="connsiteY10" fmla="*/ 114 h 1059640"/>
                  <a:gd name="connsiteX11" fmla="*/ 377695 w 1120646"/>
                  <a:gd name="connsiteY11" fmla="*/ 0 h 1059640"/>
                  <a:gd name="connsiteX12" fmla="*/ 377747 w 1120646"/>
                  <a:gd name="connsiteY12" fmla="*/ 75 h 1059640"/>
                  <a:gd name="connsiteX13" fmla="*/ 377695 w 1120646"/>
                  <a:gd name="connsiteY13" fmla="*/ 0 h 1059640"/>
                  <a:gd name="connsiteX0" fmla="*/ 931759 w 931759"/>
                  <a:gd name="connsiteY0" fmla="*/ 1059640 h 1059640"/>
                  <a:gd name="connsiteX1" fmla="*/ 554420 w 931759"/>
                  <a:gd name="connsiteY1" fmla="*/ 1059640 h 1059640"/>
                  <a:gd name="connsiteX2" fmla="*/ 931759 w 931759"/>
                  <a:gd name="connsiteY2" fmla="*/ 1059640 h 1059640"/>
                  <a:gd name="connsiteX3" fmla="*/ 188888 w 931759"/>
                  <a:gd name="connsiteY3" fmla="*/ 114 h 1059640"/>
                  <a:gd name="connsiteX4" fmla="*/ 931759 w 931759"/>
                  <a:gd name="connsiteY4" fmla="*/ 1059640 h 1059640"/>
                  <a:gd name="connsiteX5" fmla="*/ 554420 w 931759"/>
                  <a:gd name="connsiteY5" fmla="*/ 1059640 h 1059640"/>
                  <a:gd name="connsiteX6" fmla="*/ 0 w 931759"/>
                  <a:gd name="connsiteY6" fmla="*/ 269358 h 1059640"/>
                  <a:gd name="connsiteX7" fmla="*/ 188888 w 931759"/>
                  <a:gd name="connsiteY7" fmla="*/ 114 h 1059640"/>
                  <a:gd name="connsiteX8" fmla="*/ 188808 w 931759"/>
                  <a:gd name="connsiteY8" fmla="*/ 0 h 1059640"/>
                  <a:gd name="connsiteX9" fmla="*/ 188860 w 931759"/>
                  <a:gd name="connsiteY9" fmla="*/ 75 h 1059640"/>
                  <a:gd name="connsiteX10" fmla="*/ 188808 w 931759"/>
                  <a:gd name="connsiteY10" fmla="*/ 0 h 105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759" h="1059640">
                    <a:moveTo>
                      <a:pt x="931759" y="1059640"/>
                    </a:moveTo>
                    <a:lnTo>
                      <a:pt x="554420" y="1059640"/>
                    </a:lnTo>
                    <a:lnTo>
                      <a:pt x="931759" y="1059640"/>
                    </a:lnTo>
                    <a:close/>
                    <a:moveTo>
                      <a:pt x="188888" y="114"/>
                    </a:moveTo>
                    <a:lnTo>
                      <a:pt x="931759" y="1059640"/>
                    </a:lnTo>
                    <a:lnTo>
                      <a:pt x="554420" y="1059640"/>
                    </a:lnTo>
                    <a:lnTo>
                      <a:pt x="0" y="269358"/>
                    </a:lnTo>
                    <a:lnTo>
                      <a:pt x="188888" y="114"/>
                    </a:lnTo>
                    <a:close/>
                    <a:moveTo>
                      <a:pt x="188808" y="0"/>
                    </a:moveTo>
                    <a:cubicBezTo>
                      <a:pt x="188825" y="25"/>
                      <a:pt x="188843" y="50"/>
                      <a:pt x="188860" y="75"/>
                    </a:cubicBezTo>
                    <a:cubicBezTo>
                      <a:pt x="188843" y="50"/>
                      <a:pt x="188825" y="25"/>
                      <a:pt x="188808" y="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24" name="Gruppieren 23"/>
            <p:cNvGrpSpPr/>
            <p:nvPr userDrawn="1"/>
          </p:nvGrpSpPr>
          <p:grpSpPr>
            <a:xfrm>
              <a:off x="805344" y="6079748"/>
              <a:ext cx="911251" cy="1025605"/>
              <a:chOff x="805344" y="6079748"/>
              <a:chExt cx="911251" cy="1025605"/>
            </a:xfrm>
          </p:grpSpPr>
          <p:sp>
            <p:nvSpPr>
              <p:cNvPr id="41" name="Flussdiagramm: Daten 6"/>
              <p:cNvSpPr/>
              <p:nvPr userDrawn="1"/>
            </p:nvSpPr>
            <p:spPr>
              <a:xfrm rot="7500000" flipV="1">
                <a:off x="562101" y="6322991"/>
                <a:ext cx="1025603" cy="539118"/>
              </a:xfrm>
              <a:custGeom>
                <a:avLst/>
                <a:gdLst>
                  <a:gd name="connsiteX0" fmla="*/ 6779499 w 6779499"/>
                  <a:gd name="connsiteY0" fmla="*/ 0 h 542702"/>
                  <a:gd name="connsiteX1" fmla="*/ 6750112 w 6779499"/>
                  <a:gd name="connsiteY1" fmla="*/ 40353 h 542702"/>
                  <a:gd name="connsiteX2" fmla="*/ 6779499 w 6779499"/>
                  <a:gd name="connsiteY2" fmla="*/ 0 h 542702"/>
                  <a:gd name="connsiteX3" fmla="*/ 377295 w 6779499"/>
                  <a:gd name="connsiteY3" fmla="*/ 3988 h 542702"/>
                  <a:gd name="connsiteX4" fmla="*/ 572636 w 6779499"/>
                  <a:gd name="connsiteY4" fmla="*/ 542186 h 542702"/>
                  <a:gd name="connsiteX5" fmla="*/ 648517 w 6779499"/>
                  <a:gd name="connsiteY5" fmla="*/ 542118 h 542702"/>
                  <a:gd name="connsiteX6" fmla="*/ 1025603 w 6779499"/>
                  <a:gd name="connsiteY6" fmla="*/ 3584 h 542702"/>
                  <a:gd name="connsiteX7" fmla="*/ 377295 w 6779499"/>
                  <a:gd name="connsiteY7" fmla="*/ 3988 h 542702"/>
                  <a:gd name="connsiteX8" fmla="*/ 54 w 6779499"/>
                  <a:gd name="connsiteY8" fmla="*/ 542621 h 542702"/>
                  <a:gd name="connsiteX9" fmla="*/ 0 w 6779499"/>
                  <a:gd name="connsiteY9" fmla="*/ 542700 h 542702"/>
                  <a:gd name="connsiteX10" fmla="*/ 84 w 6779499"/>
                  <a:gd name="connsiteY10" fmla="*/ 542702 h 542702"/>
                  <a:gd name="connsiteX11" fmla="*/ 54 w 6779499"/>
                  <a:gd name="connsiteY11" fmla="*/ 542621 h 542702"/>
                  <a:gd name="connsiteX12" fmla="*/ 377052 w 6779499"/>
                  <a:gd name="connsiteY12" fmla="*/ 3988 h 542702"/>
                  <a:gd name="connsiteX13" fmla="*/ 188579 w 6779499"/>
                  <a:gd name="connsiteY13" fmla="*/ 273267 h 542702"/>
                  <a:gd name="connsiteX14" fmla="*/ 377211 w 6779499"/>
                  <a:gd name="connsiteY14" fmla="*/ 3987 h 542702"/>
                  <a:gd name="connsiteX15" fmla="*/ 377052 w 6779499"/>
                  <a:gd name="connsiteY15" fmla="*/ 3988 h 542702"/>
                  <a:gd name="connsiteX0" fmla="*/ 377295 w 1025603"/>
                  <a:gd name="connsiteY0" fmla="*/ 404 h 539118"/>
                  <a:gd name="connsiteX1" fmla="*/ 572636 w 1025603"/>
                  <a:gd name="connsiteY1" fmla="*/ 538602 h 539118"/>
                  <a:gd name="connsiteX2" fmla="*/ 648517 w 1025603"/>
                  <a:gd name="connsiteY2" fmla="*/ 538534 h 539118"/>
                  <a:gd name="connsiteX3" fmla="*/ 1025603 w 1025603"/>
                  <a:gd name="connsiteY3" fmla="*/ 0 h 539118"/>
                  <a:gd name="connsiteX4" fmla="*/ 377295 w 1025603"/>
                  <a:gd name="connsiteY4" fmla="*/ 404 h 539118"/>
                  <a:gd name="connsiteX5" fmla="*/ 54 w 1025603"/>
                  <a:gd name="connsiteY5" fmla="*/ 539037 h 539118"/>
                  <a:gd name="connsiteX6" fmla="*/ 0 w 1025603"/>
                  <a:gd name="connsiteY6" fmla="*/ 539116 h 539118"/>
                  <a:gd name="connsiteX7" fmla="*/ 84 w 1025603"/>
                  <a:gd name="connsiteY7" fmla="*/ 539118 h 539118"/>
                  <a:gd name="connsiteX8" fmla="*/ 54 w 1025603"/>
                  <a:gd name="connsiteY8" fmla="*/ 539037 h 539118"/>
                  <a:gd name="connsiteX9" fmla="*/ 377052 w 1025603"/>
                  <a:gd name="connsiteY9" fmla="*/ 404 h 539118"/>
                  <a:gd name="connsiteX10" fmla="*/ 188579 w 1025603"/>
                  <a:gd name="connsiteY10" fmla="*/ 269683 h 539118"/>
                  <a:gd name="connsiteX11" fmla="*/ 377211 w 1025603"/>
                  <a:gd name="connsiteY11" fmla="*/ 403 h 539118"/>
                  <a:gd name="connsiteX12" fmla="*/ 377052 w 1025603"/>
                  <a:gd name="connsiteY12" fmla="*/ 404 h 539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5603" h="539118">
                    <a:moveTo>
                      <a:pt x="377295" y="404"/>
                    </a:moveTo>
                    <a:lnTo>
                      <a:pt x="572636" y="538602"/>
                    </a:lnTo>
                    <a:lnTo>
                      <a:pt x="648517" y="538534"/>
                    </a:lnTo>
                    <a:lnTo>
                      <a:pt x="1025603" y="0"/>
                    </a:lnTo>
                    <a:lnTo>
                      <a:pt x="377295" y="404"/>
                    </a:lnTo>
                    <a:close/>
                    <a:moveTo>
                      <a:pt x="54" y="539037"/>
                    </a:moveTo>
                    <a:cubicBezTo>
                      <a:pt x="36" y="539063"/>
                      <a:pt x="18" y="539090"/>
                      <a:pt x="0" y="539116"/>
                    </a:cubicBezTo>
                    <a:cubicBezTo>
                      <a:pt x="28" y="539117"/>
                      <a:pt x="56" y="539117"/>
                      <a:pt x="84" y="539118"/>
                    </a:cubicBezTo>
                    <a:lnTo>
                      <a:pt x="54" y="539037"/>
                    </a:lnTo>
                    <a:close/>
                    <a:moveTo>
                      <a:pt x="377052" y="404"/>
                    </a:moveTo>
                    <a:lnTo>
                      <a:pt x="188579" y="269683"/>
                    </a:lnTo>
                    <a:lnTo>
                      <a:pt x="377211" y="403"/>
                    </a:lnTo>
                    <a:lnTo>
                      <a:pt x="377052" y="40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Flussdiagramm: Daten 6"/>
              <p:cNvSpPr/>
              <p:nvPr userDrawn="1"/>
            </p:nvSpPr>
            <p:spPr>
              <a:xfrm rot="14100000" flipH="1" flipV="1">
                <a:off x="934236" y="6322993"/>
                <a:ext cx="1025602" cy="539117"/>
              </a:xfrm>
              <a:custGeom>
                <a:avLst/>
                <a:gdLst/>
                <a:ahLst/>
                <a:cxnLst/>
                <a:rect l="l" t="t" r="r" b="b"/>
                <a:pathLst>
                  <a:path w="1025602" h="539117">
                    <a:moveTo>
                      <a:pt x="377297" y="404"/>
                    </a:moveTo>
                    <a:lnTo>
                      <a:pt x="1025602" y="0"/>
                    </a:lnTo>
                    <a:lnTo>
                      <a:pt x="648516" y="538535"/>
                    </a:lnTo>
                    <a:lnTo>
                      <a:pt x="572638" y="538603"/>
                    </a:lnTo>
                    <a:close/>
                    <a:moveTo>
                      <a:pt x="0" y="539117"/>
                    </a:moveTo>
                    <a:lnTo>
                      <a:pt x="57" y="539038"/>
                    </a:lnTo>
                    <a:lnTo>
                      <a:pt x="86" y="539117"/>
                    </a:lnTo>
                    <a:close/>
                    <a:moveTo>
                      <a:pt x="377053" y="404"/>
                    </a:moveTo>
                    <a:lnTo>
                      <a:pt x="377213" y="404"/>
                    </a:lnTo>
                    <a:lnTo>
                      <a:pt x="188581" y="269683"/>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Flussdiagramm: Daten 6"/>
              <p:cNvSpPr/>
              <p:nvPr userDrawn="1"/>
            </p:nvSpPr>
            <p:spPr>
              <a:xfrm rot="7500000" flipV="1">
                <a:off x="918665" y="6137807"/>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grpSp>
        <p:nvGrpSpPr>
          <p:cNvPr id="50" name="Gruppieren 49"/>
          <p:cNvGrpSpPr/>
          <p:nvPr userDrawn="1"/>
        </p:nvGrpSpPr>
        <p:grpSpPr>
          <a:xfrm>
            <a:off x="5096180" y="-364099"/>
            <a:ext cx="7116058" cy="5747957"/>
            <a:chOff x="5096181" y="-364099"/>
            <a:chExt cx="7116058" cy="5747957"/>
          </a:xfrm>
        </p:grpSpPr>
        <p:grpSp>
          <p:nvGrpSpPr>
            <p:cNvPr id="51" name="Gruppieren 50"/>
            <p:cNvGrpSpPr/>
            <p:nvPr userDrawn="1"/>
          </p:nvGrpSpPr>
          <p:grpSpPr>
            <a:xfrm>
              <a:off x="7412564" y="0"/>
              <a:ext cx="4799675" cy="5383858"/>
              <a:chOff x="7412564" y="0"/>
              <a:chExt cx="4799675" cy="5383858"/>
            </a:xfrm>
          </p:grpSpPr>
          <p:sp>
            <p:nvSpPr>
              <p:cNvPr id="76" name="Flussdiagramm: Daten 6"/>
              <p:cNvSpPr/>
              <p:nvPr userDrawn="1"/>
            </p:nvSpPr>
            <p:spPr>
              <a:xfrm rot="18300000" flipV="1">
                <a:off x="11138042" y="4789119"/>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9" name="Rechteck 64"/>
              <p:cNvSpPr/>
              <p:nvPr userDrawn="1"/>
            </p:nvSpPr>
            <p:spPr>
              <a:xfrm>
                <a:off x="7412564" y="0"/>
                <a:ext cx="4323966" cy="5163263"/>
              </a:xfrm>
              <a:custGeom>
                <a:avLst/>
                <a:gdLst/>
                <a:ahLst/>
                <a:cxnLst/>
                <a:rect l="l" t="t" r="r" b="b"/>
                <a:pathLst>
                  <a:path w="4323966" h="5163263">
                    <a:moveTo>
                      <a:pt x="3620052" y="5163123"/>
                    </a:moveTo>
                    <a:lnTo>
                      <a:pt x="3971956" y="5163193"/>
                    </a:lnTo>
                    <a:lnTo>
                      <a:pt x="3620150" y="5163263"/>
                    </a:lnTo>
                    <a:close/>
                    <a:moveTo>
                      <a:pt x="4323914" y="5163049"/>
                    </a:moveTo>
                    <a:lnTo>
                      <a:pt x="4323966" y="5163124"/>
                    </a:lnTo>
                    <a:lnTo>
                      <a:pt x="4323863" y="5163123"/>
                    </a:lnTo>
                    <a:close/>
                    <a:moveTo>
                      <a:pt x="0" y="0"/>
                    </a:moveTo>
                    <a:lnTo>
                      <a:pt x="701793" y="0"/>
                    </a:lnTo>
                    <a:lnTo>
                      <a:pt x="3971956" y="4661361"/>
                    </a:lnTo>
                    <a:lnTo>
                      <a:pt x="3620000" y="5163049"/>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80" name="Rechteck 70"/>
              <p:cNvSpPr/>
              <p:nvPr userDrawn="1"/>
            </p:nvSpPr>
            <p:spPr>
              <a:xfrm>
                <a:off x="11032510" y="3481511"/>
                <a:ext cx="1179729" cy="1681751"/>
              </a:xfrm>
              <a:custGeom>
                <a:avLst/>
                <a:gdLst/>
                <a:ahLst/>
                <a:cxnLst/>
                <a:rect l="l" t="t" r="r" b="b"/>
                <a:pathLst>
                  <a:path w="1179729" h="1681751">
                    <a:moveTo>
                      <a:pt x="703915" y="1681612"/>
                    </a:moveTo>
                    <a:lnTo>
                      <a:pt x="703816" y="1681751"/>
                    </a:lnTo>
                    <a:lnTo>
                      <a:pt x="352009" y="1681682"/>
                    </a:lnTo>
                    <a:close/>
                    <a:moveTo>
                      <a:pt x="51" y="1681538"/>
                    </a:moveTo>
                    <a:lnTo>
                      <a:pt x="103" y="1681611"/>
                    </a:lnTo>
                    <a:lnTo>
                      <a:pt x="0" y="1681612"/>
                    </a:lnTo>
                    <a:close/>
                    <a:moveTo>
                      <a:pt x="1179729" y="0"/>
                    </a:moveTo>
                    <a:lnTo>
                      <a:pt x="1179729" y="1002978"/>
                    </a:lnTo>
                    <a:lnTo>
                      <a:pt x="703966" y="1681538"/>
                    </a:lnTo>
                    <a:lnTo>
                      <a:pt x="352009" y="117985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2" name="Gruppieren 51"/>
            <p:cNvGrpSpPr/>
            <p:nvPr userDrawn="1"/>
          </p:nvGrpSpPr>
          <p:grpSpPr>
            <a:xfrm>
              <a:off x="5096181" y="-364099"/>
              <a:ext cx="2182565" cy="2194247"/>
              <a:chOff x="5096181" y="-364099"/>
              <a:chExt cx="2182565" cy="2194247"/>
            </a:xfrm>
          </p:grpSpPr>
          <p:sp>
            <p:nvSpPr>
              <p:cNvPr id="73" name="Flussdiagramm: Daten 6"/>
              <p:cNvSpPr/>
              <p:nvPr userDrawn="1"/>
            </p:nvSpPr>
            <p:spPr>
              <a:xfrm rot="3300000" flipH="1" flipV="1">
                <a:off x="4287921" y="444161"/>
                <a:ext cx="2194247" cy="577727"/>
              </a:xfrm>
              <a:custGeom>
                <a:avLst/>
                <a:gdLst/>
                <a:ahLst/>
                <a:cxnLst/>
                <a:rect l="l" t="t" r="r" b="b"/>
                <a:pathLst>
                  <a:path w="2194247" h="577727">
                    <a:moveTo>
                      <a:pt x="403750" y="1115"/>
                    </a:moveTo>
                    <a:lnTo>
                      <a:pt x="201848" y="289338"/>
                    </a:lnTo>
                    <a:lnTo>
                      <a:pt x="403580" y="1115"/>
                    </a:lnTo>
                    <a:close/>
                    <a:moveTo>
                      <a:pt x="92" y="577727"/>
                    </a:moveTo>
                    <a:lnTo>
                      <a:pt x="0" y="577727"/>
                    </a:lnTo>
                    <a:lnTo>
                      <a:pt x="60" y="577643"/>
                    </a:lnTo>
                    <a:close/>
                    <a:moveTo>
                      <a:pt x="2194247" y="0"/>
                    </a:moveTo>
                    <a:lnTo>
                      <a:pt x="1790844" y="576119"/>
                    </a:lnTo>
                    <a:lnTo>
                      <a:pt x="612925" y="577177"/>
                    </a:lnTo>
                    <a:lnTo>
                      <a:pt x="403841" y="1115"/>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4" name="Flussdiagramm: Daten 6"/>
              <p:cNvSpPr/>
              <p:nvPr userDrawn="1"/>
            </p:nvSpPr>
            <p:spPr>
              <a:xfrm rot="18300000" flipV="1">
                <a:off x="5652464" y="1092046"/>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5" name="Rechteck 58"/>
              <p:cNvSpPr/>
              <p:nvPr userDrawn="1"/>
            </p:nvSpPr>
            <p:spPr>
              <a:xfrm>
                <a:off x="5546932" y="0"/>
                <a:ext cx="1731814" cy="1466188"/>
              </a:xfrm>
              <a:custGeom>
                <a:avLst/>
                <a:gdLst/>
                <a:ahLst/>
                <a:cxnLst/>
                <a:rect l="l" t="t" r="r" b="b"/>
                <a:pathLst>
                  <a:path w="1731814" h="1466188">
                    <a:moveTo>
                      <a:pt x="703915" y="1466049"/>
                    </a:moveTo>
                    <a:lnTo>
                      <a:pt x="703816" y="1466188"/>
                    </a:lnTo>
                    <a:lnTo>
                      <a:pt x="352009" y="1466120"/>
                    </a:lnTo>
                    <a:close/>
                    <a:moveTo>
                      <a:pt x="51" y="1465976"/>
                    </a:moveTo>
                    <a:lnTo>
                      <a:pt x="103" y="1466049"/>
                    </a:lnTo>
                    <a:lnTo>
                      <a:pt x="0" y="1466049"/>
                    </a:lnTo>
                    <a:close/>
                    <a:moveTo>
                      <a:pt x="1028502" y="0"/>
                    </a:moveTo>
                    <a:lnTo>
                      <a:pt x="1731814" y="0"/>
                    </a:lnTo>
                    <a:lnTo>
                      <a:pt x="703966" y="1465976"/>
                    </a:lnTo>
                    <a:lnTo>
                      <a:pt x="352009" y="964288"/>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3" name="Gruppieren 52"/>
            <p:cNvGrpSpPr/>
            <p:nvPr userDrawn="1"/>
          </p:nvGrpSpPr>
          <p:grpSpPr>
            <a:xfrm>
              <a:off x="6940642" y="0"/>
              <a:ext cx="2274153" cy="1470862"/>
              <a:chOff x="6940642" y="0"/>
              <a:chExt cx="2274153" cy="1470862"/>
            </a:xfrm>
          </p:grpSpPr>
          <p:sp>
            <p:nvSpPr>
              <p:cNvPr id="70" name="Flussdiagramm: Daten 6"/>
              <p:cNvSpPr/>
              <p:nvPr userDrawn="1"/>
            </p:nvSpPr>
            <p:spPr>
              <a:xfrm rot="18300000" flipV="1">
                <a:off x="7945440" y="1151680"/>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1" name="Rechteck 61"/>
              <p:cNvSpPr/>
              <p:nvPr userDrawn="1"/>
            </p:nvSpPr>
            <p:spPr>
              <a:xfrm>
                <a:off x="6940642" y="0"/>
                <a:ext cx="1325990" cy="1352474"/>
              </a:xfrm>
              <a:custGeom>
                <a:avLst/>
                <a:gdLst/>
                <a:ahLst/>
                <a:cxnLst/>
                <a:rect l="l" t="t" r="r" b="b"/>
                <a:pathLst>
                  <a:path w="1325990" h="1352474">
                    <a:moveTo>
                      <a:pt x="948216" y="1352399"/>
                    </a:moveTo>
                    <a:lnTo>
                      <a:pt x="1137075" y="1352438"/>
                    </a:lnTo>
                    <a:lnTo>
                      <a:pt x="948268" y="1352474"/>
                    </a:lnTo>
                    <a:close/>
                    <a:moveTo>
                      <a:pt x="1325962" y="1352359"/>
                    </a:moveTo>
                    <a:lnTo>
                      <a:pt x="1325990" y="1352400"/>
                    </a:lnTo>
                    <a:lnTo>
                      <a:pt x="1325935" y="1352399"/>
                    </a:lnTo>
                    <a:close/>
                    <a:moveTo>
                      <a:pt x="0" y="0"/>
                    </a:moveTo>
                    <a:lnTo>
                      <a:pt x="377220" y="0"/>
                    </a:lnTo>
                    <a:lnTo>
                      <a:pt x="1137076" y="1083116"/>
                    </a:lnTo>
                    <a:lnTo>
                      <a:pt x="948188" y="1352360"/>
                    </a:lnTo>
                    <a:close/>
                  </a:path>
                </a:pathLst>
              </a:cu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72" name="Rechteck 62"/>
              <p:cNvSpPr/>
              <p:nvPr userDrawn="1"/>
            </p:nvSpPr>
            <p:spPr>
              <a:xfrm>
                <a:off x="7888805" y="0"/>
                <a:ext cx="1325990" cy="1352475"/>
              </a:xfrm>
              <a:custGeom>
                <a:avLst/>
                <a:gdLst/>
                <a:ahLst/>
                <a:cxnLst/>
                <a:rect l="l" t="t" r="r" b="b"/>
                <a:pathLst>
                  <a:path w="1325990" h="1352475">
                    <a:moveTo>
                      <a:pt x="377774" y="1352400"/>
                    </a:moveTo>
                    <a:lnTo>
                      <a:pt x="377722" y="1352475"/>
                    </a:lnTo>
                    <a:lnTo>
                      <a:pt x="188914" y="1352438"/>
                    </a:lnTo>
                    <a:close/>
                    <a:moveTo>
                      <a:pt x="26" y="1352361"/>
                    </a:moveTo>
                    <a:lnTo>
                      <a:pt x="55" y="1352400"/>
                    </a:lnTo>
                    <a:lnTo>
                      <a:pt x="0" y="1352400"/>
                    </a:lnTo>
                    <a:close/>
                    <a:moveTo>
                      <a:pt x="948771" y="0"/>
                    </a:moveTo>
                    <a:lnTo>
                      <a:pt x="1325990" y="0"/>
                    </a:lnTo>
                    <a:lnTo>
                      <a:pt x="377802" y="1352361"/>
                    </a:lnTo>
                    <a:lnTo>
                      <a:pt x="188914" y="1083117"/>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4" name="Gruppieren 53"/>
            <p:cNvGrpSpPr/>
            <p:nvPr userDrawn="1"/>
          </p:nvGrpSpPr>
          <p:grpSpPr>
            <a:xfrm>
              <a:off x="9665525" y="0"/>
              <a:ext cx="2546714" cy="2285187"/>
              <a:chOff x="9665525" y="0"/>
              <a:chExt cx="2546714" cy="2285187"/>
            </a:xfrm>
          </p:grpSpPr>
          <p:sp>
            <p:nvSpPr>
              <p:cNvPr id="67" name="Flussdiagramm: Daten 6"/>
              <p:cNvSpPr/>
              <p:nvPr userDrawn="1"/>
            </p:nvSpPr>
            <p:spPr>
              <a:xfrm rot="18300000" flipV="1">
                <a:off x="11241275" y="1966005"/>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8" name="Rechteck 66"/>
              <p:cNvSpPr/>
              <p:nvPr userDrawn="1"/>
            </p:nvSpPr>
            <p:spPr>
              <a:xfrm>
                <a:off x="9665525" y="0"/>
                <a:ext cx="1896942" cy="2166799"/>
              </a:xfrm>
              <a:custGeom>
                <a:avLst/>
                <a:gdLst/>
                <a:ahLst/>
                <a:cxnLst/>
                <a:rect l="l" t="t" r="r" b="b"/>
                <a:pathLst>
                  <a:path w="1896942" h="2166799">
                    <a:moveTo>
                      <a:pt x="1519167" y="2166724"/>
                    </a:moveTo>
                    <a:lnTo>
                      <a:pt x="1708027" y="2166763"/>
                    </a:lnTo>
                    <a:lnTo>
                      <a:pt x="1519219" y="2166799"/>
                    </a:lnTo>
                    <a:close/>
                    <a:moveTo>
                      <a:pt x="1896914" y="2166684"/>
                    </a:moveTo>
                    <a:lnTo>
                      <a:pt x="1896942" y="2166725"/>
                    </a:lnTo>
                    <a:lnTo>
                      <a:pt x="1896887" y="2166724"/>
                    </a:lnTo>
                    <a:close/>
                    <a:moveTo>
                      <a:pt x="0" y="0"/>
                    </a:moveTo>
                    <a:lnTo>
                      <a:pt x="376883" y="0"/>
                    </a:lnTo>
                    <a:lnTo>
                      <a:pt x="1708027" y="1897441"/>
                    </a:lnTo>
                    <a:lnTo>
                      <a:pt x="1519139" y="2166685"/>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9" name="Rechteck 68"/>
              <p:cNvSpPr/>
              <p:nvPr userDrawn="1"/>
            </p:nvSpPr>
            <p:spPr>
              <a:xfrm>
                <a:off x="11184639" y="701962"/>
                <a:ext cx="1027600" cy="1464838"/>
              </a:xfrm>
              <a:custGeom>
                <a:avLst/>
                <a:gdLst/>
                <a:ahLst/>
                <a:cxnLst/>
                <a:rect l="l" t="t" r="r" b="b"/>
                <a:pathLst>
                  <a:path w="1027600" h="1464838">
                    <a:moveTo>
                      <a:pt x="377775" y="1464763"/>
                    </a:moveTo>
                    <a:lnTo>
                      <a:pt x="377723" y="1464838"/>
                    </a:lnTo>
                    <a:lnTo>
                      <a:pt x="188914" y="1464801"/>
                    </a:lnTo>
                    <a:close/>
                    <a:moveTo>
                      <a:pt x="27" y="1464723"/>
                    </a:moveTo>
                    <a:lnTo>
                      <a:pt x="55" y="1464763"/>
                    </a:lnTo>
                    <a:lnTo>
                      <a:pt x="0" y="1464763"/>
                    </a:lnTo>
                    <a:close/>
                    <a:moveTo>
                      <a:pt x="1027600" y="0"/>
                    </a:moveTo>
                    <a:lnTo>
                      <a:pt x="1027600" y="537945"/>
                    </a:lnTo>
                    <a:lnTo>
                      <a:pt x="377803" y="1464724"/>
                    </a:lnTo>
                    <a:lnTo>
                      <a:pt x="188915" y="119548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5" name="Gruppieren 54"/>
            <p:cNvGrpSpPr/>
            <p:nvPr userDrawn="1"/>
          </p:nvGrpSpPr>
          <p:grpSpPr>
            <a:xfrm>
              <a:off x="8669764" y="0"/>
              <a:ext cx="3542475" cy="3590769"/>
              <a:chOff x="8669764" y="0"/>
              <a:chExt cx="3542475" cy="3590769"/>
            </a:xfrm>
          </p:grpSpPr>
          <p:sp>
            <p:nvSpPr>
              <p:cNvPr id="64" name="Flussdiagramm: Daten 6"/>
              <p:cNvSpPr/>
              <p:nvPr userDrawn="1"/>
            </p:nvSpPr>
            <p:spPr>
              <a:xfrm rot="18300000" flipV="1">
                <a:off x="11138042" y="2996030"/>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5" name="Rechteck 65"/>
              <p:cNvSpPr/>
              <p:nvPr userDrawn="1"/>
            </p:nvSpPr>
            <p:spPr>
              <a:xfrm>
                <a:off x="8669764" y="0"/>
                <a:ext cx="3066766" cy="3370173"/>
              </a:xfrm>
              <a:custGeom>
                <a:avLst/>
                <a:gdLst/>
                <a:ahLst/>
                <a:cxnLst/>
                <a:rect l="l" t="t" r="r" b="b"/>
                <a:pathLst>
                  <a:path w="3066766" h="3370173">
                    <a:moveTo>
                      <a:pt x="2362852" y="3370034"/>
                    </a:moveTo>
                    <a:lnTo>
                      <a:pt x="2714756" y="3370104"/>
                    </a:lnTo>
                    <a:lnTo>
                      <a:pt x="2362950" y="3370173"/>
                    </a:lnTo>
                    <a:close/>
                    <a:moveTo>
                      <a:pt x="3066714" y="3369960"/>
                    </a:moveTo>
                    <a:lnTo>
                      <a:pt x="3066766" y="3370034"/>
                    </a:lnTo>
                    <a:lnTo>
                      <a:pt x="3066663" y="3370034"/>
                    </a:lnTo>
                    <a:close/>
                    <a:moveTo>
                      <a:pt x="0" y="0"/>
                    </a:moveTo>
                    <a:lnTo>
                      <a:pt x="702529" y="0"/>
                    </a:lnTo>
                    <a:lnTo>
                      <a:pt x="2714756" y="2868272"/>
                    </a:lnTo>
                    <a:lnTo>
                      <a:pt x="2362800" y="3369959"/>
                    </a:lnTo>
                    <a:close/>
                  </a:path>
                </a:pathLst>
              </a:cu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6" name="Rechteck 69"/>
              <p:cNvSpPr/>
              <p:nvPr userDrawn="1"/>
            </p:nvSpPr>
            <p:spPr>
              <a:xfrm>
                <a:off x="11032510" y="1688422"/>
                <a:ext cx="1179729" cy="1681750"/>
              </a:xfrm>
              <a:custGeom>
                <a:avLst/>
                <a:gdLst/>
                <a:ahLst/>
                <a:cxnLst/>
                <a:rect l="l" t="t" r="r" b="b"/>
                <a:pathLst>
                  <a:path w="1179729" h="1681750">
                    <a:moveTo>
                      <a:pt x="703915" y="1681611"/>
                    </a:moveTo>
                    <a:lnTo>
                      <a:pt x="703816" y="1681750"/>
                    </a:lnTo>
                    <a:lnTo>
                      <a:pt x="352009" y="1681681"/>
                    </a:lnTo>
                    <a:close/>
                    <a:moveTo>
                      <a:pt x="51" y="1681538"/>
                    </a:moveTo>
                    <a:lnTo>
                      <a:pt x="103" y="1681611"/>
                    </a:lnTo>
                    <a:lnTo>
                      <a:pt x="0" y="1681611"/>
                    </a:lnTo>
                    <a:close/>
                    <a:moveTo>
                      <a:pt x="1179729" y="0"/>
                    </a:moveTo>
                    <a:lnTo>
                      <a:pt x="1179729" y="1002977"/>
                    </a:lnTo>
                    <a:lnTo>
                      <a:pt x="703966" y="1681538"/>
                    </a:lnTo>
                    <a:lnTo>
                      <a:pt x="352009" y="1179850"/>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6" name="Gruppieren 55"/>
            <p:cNvGrpSpPr/>
            <p:nvPr userDrawn="1"/>
          </p:nvGrpSpPr>
          <p:grpSpPr>
            <a:xfrm>
              <a:off x="6077931" y="0"/>
              <a:ext cx="4126388" cy="2661475"/>
              <a:chOff x="6077931" y="0"/>
              <a:chExt cx="4126388" cy="2661475"/>
            </a:xfrm>
          </p:grpSpPr>
          <p:sp>
            <p:nvSpPr>
              <p:cNvPr id="61" name="Flussdiagramm: Daten 6"/>
              <p:cNvSpPr/>
              <p:nvPr userDrawn="1"/>
            </p:nvSpPr>
            <p:spPr>
              <a:xfrm rot="18300000" flipV="1">
                <a:off x="7894647" y="2066736"/>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2" name="Rechteck 59"/>
              <p:cNvSpPr/>
              <p:nvPr userDrawn="1"/>
            </p:nvSpPr>
            <p:spPr>
              <a:xfrm>
                <a:off x="6077931" y="0"/>
                <a:ext cx="2415205" cy="2440879"/>
              </a:xfrm>
              <a:custGeom>
                <a:avLst/>
                <a:gdLst/>
                <a:ahLst/>
                <a:cxnLst/>
                <a:rect l="l" t="t" r="r" b="b"/>
                <a:pathLst>
                  <a:path w="2415205" h="2440879">
                    <a:moveTo>
                      <a:pt x="1711291" y="2440740"/>
                    </a:moveTo>
                    <a:lnTo>
                      <a:pt x="2063195" y="2440810"/>
                    </a:lnTo>
                    <a:lnTo>
                      <a:pt x="1711388" y="2440879"/>
                    </a:lnTo>
                    <a:close/>
                    <a:moveTo>
                      <a:pt x="2415153" y="2440666"/>
                    </a:moveTo>
                    <a:lnTo>
                      <a:pt x="2415205" y="2440740"/>
                    </a:lnTo>
                    <a:lnTo>
                      <a:pt x="2415102" y="2440740"/>
                    </a:lnTo>
                    <a:close/>
                    <a:moveTo>
                      <a:pt x="0" y="0"/>
                    </a:moveTo>
                    <a:lnTo>
                      <a:pt x="702911" y="0"/>
                    </a:lnTo>
                    <a:lnTo>
                      <a:pt x="2063195" y="1938978"/>
                    </a:lnTo>
                    <a:lnTo>
                      <a:pt x="1711238" y="24406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3" name="Rechteck 60"/>
              <p:cNvSpPr/>
              <p:nvPr userDrawn="1"/>
            </p:nvSpPr>
            <p:spPr>
              <a:xfrm>
                <a:off x="7789115" y="0"/>
                <a:ext cx="2415204" cy="2440878"/>
              </a:xfrm>
              <a:custGeom>
                <a:avLst/>
                <a:gdLst/>
                <a:ahLst/>
                <a:cxnLst/>
                <a:rect l="l" t="t" r="r" b="b"/>
                <a:pathLst>
                  <a:path w="2415204" h="2440878">
                    <a:moveTo>
                      <a:pt x="703915" y="2440739"/>
                    </a:moveTo>
                    <a:lnTo>
                      <a:pt x="703816" y="2440878"/>
                    </a:lnTo>
                    <a:lnTo>
                      <a:pt x="352009" y="2440809"/>
                    </a:lnTo>
                    <a:close/>
                    <a:moveTo>
                      <a:pt x="51" y="2440666"/>
                    </a:moveTo>
                    <a:lnTo>
                      <a:pt x="103" y="2440739"/>
                    </a:lnTo>
                    <a:lnTo>
                      <a:pt x="0" y="2440739"/>
                    </a:lnTo>
                    <a:close/>
                    <a:moveTo>
                      <a:pt x="1712292" y="0"/>
                    </a:moveTo>
                    <a:lnTo>
                      <a:pt x="2415204" y="0"/>
                    </a:lnTo>
                    <a:lnTo>
                      <a:pt x="703966" y="2440666"/>
                    </a:lnTo>
                    <a:lnTo>
                      <a:pt x="352009" y="1938978"/>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7" name="Gruppieren 56"/>
            <p:cNvGrpSpPr/>
            <p:nvPr userDrawn="1"/>
          </p:nvGrpSpPr>
          <p:grpSpPr>
            <a:xfrm>
              <a:off x="7411824" y="0"/>
              <a:ext cx="3795010" cy="2425160"/>
              <a:chOff x="7411824" y="0"/>
              <a:chExt cx="3795010" cy="2425160"/>
            </a:xfrm>
          </p:grpSpPr>
          <p:sp>
            <p:nvSpPr>
              <p:cNvPr id="58" name="Flussdiagramm: Daten 6"/>
              <p:cNvSpPr/>
              <p:nvPr userDrawn="1"/>
            </p:nvSpPr>
            <p:spPr>
              <a:xfrm rot="18300000" flipV="1">
                <a:off x="9062851" y="1830421"/>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9" name="Rechteck 63"/>
              <p:cNvSpPr/>
              <p:nvPr userDrawn="1"/>
            </p:nvSpPr>
            <p:spPr>
              <a:xfrm>
                <a:off x="7411824" y="0"/>
                <a:ext cx="2249515" cy="2204564"/>
              </a:xfrm>
              <a:custGeom>
                <a:avLst/>
                <a:gdLst/>
                <a:ahLst/>
                <a:cxnLst/>
                <a:rect l="l" t="t" r="r" b="b"/>
                <a:pathLst>
                  <a:path w="2249515" h="2204564">
                    <a:moveTo>
                      <a:pt x="1545601" y="2204425"/>
                    </a:moveTo>
                    <a:lnTo>
                      <a:pt x="1897505" y="2204495"/>
                    </a:lnTo>
                    <a:lnTo>
                      <a:pt x="1545698" y="2204564"/>
                    </a:lnTo>
                    <a:close/>
                    <a:moveTo>
                      <a:pt x="2249463" y="2204351"/>
                    </a:moveTo>
                    <a:lnTo>
                      <a:pt x="2249515" y="2204425"/>
                    </a:lnTo>
                    <a:lnTo>
                      <a:pt x="2249412" y="2204425"/>
                    </a:lnTo>
                    <a:close/>
                    <a:moveTo>
                      <a:pt x="0" y="0"/>
                    </a:moveTo>
                    <a:lnTo>
                      <a:pt x="703008" y="0"/>
                    </a:lnTo>
                    <a:lnTo>
                      <a:pt x="1897505" y="1702663"/>
                    </a:lnTo>
                    <a:lnTo>
                      <a:pt x="1545549" y="220435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0" name="Rechteck 67"/>
              <p:cNvSpPr/>
              <p:nvPr userDrawn="1"/>
            </p:nvSpPr>
            <p:spPr>
              <a:xfrm>
                <a:off x="8957319" y="0"/>
                <a:ext cx="2249515" cy="2204563"/>
              </a:xfrm>
              <a:custGeom>
                <a:avLst/>
                <a:gdLst/>
                <a:ahLst/>
                <a:cxnLst/>
                <a:rect l="l" t="t" r="r" b="b"/>
                <a:pathLst>
                  <a:path w="2249515" h="2204563">
                    <a:moveTo>
                      <a:pt x="703915" y="2204424"/>
                    </a:moveTo>
                    <a:lnTo>
                      <a:pt x="703817" y="2204563"/>
                    </a:lnTo>
                    <a:lnTo>
                      <a:pt x="352009" y="2204494"/>
                    </a:lnTo>
                    <a:close/>
                    <a:moveTo>
                      <a:pt x="51" y="2204351"/>
                    </a:moveTo>
                    <a:lnTo>
                      <a:pt x="103" y="2204424"/>
                    </a:lnTo>
                    <a:lnTo>
                      <a:pt x="0" y="2204424"/>
                    </a:lnTo>
                    <a:close/>
                    <a:moveTo>
                      <a:pt x="1546507" y="0"/>
                    </a:moveTo>
                    <a:lnTo>
                      <a:pt x="2249515" y="0"/>
                    </a:lnTo>
                    <a:lnTo>
                      <a:pt x="703966" y="2204351"/>
                    </a:lnTo>
                    <a:lnTo>
                      <a:pt x="352009" y="1702663"/>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sp>
        <p:nvSpPr>
          <p:cNvPr id="77" name="Titel 1"/>
          <p:cNvSpPr>
            <a:spLocks noGrp="1"/>
          </p:cNvSpPr>
          <p:nvPr>
            <p:ph type="title" hasCustomPrompt="1"/>
          </p:nvPr>
        </p:nvSpPr>
        <p:spPr>
          <a:xfrm>
            <a:off x="1044376" y="4"/>
            <a:ext cx="10101664" cy="3741441"/>
          </a:xfrm>
        </p:spPr>
        <p:txBody>
          <a:bodyPr rIns="3598920" anchor="b" anchorCtr="0">
            <a:noAutofit/>
          </a:bodyPr>
          <a:lstStyle>
            <a:lvl1pPr algn="l">
              <a:lnSpc>
                <a:spcPct val="80000"/>
              </a:lnSpc>
              <a:defRPr sz="8800" b="0" cap="all">
                <a:solidFill>
                  <a:schemeClr val="tx1">
                    <a:lumMod val="75000"/>
                    <a:lumOff val="25000"/>
                  </a:schemeClr>
                </a:solidFill>
                <a:latin typeface="Bebas Neue" pitchFamily="34" charset="0"/>
              </a:defRPr>
            </a:lvl1pPr>
          </a:lstStyle>
          <a:p>
            <a:r>
              <a:rPr lang="de-DE" dirty="0" smtClean="0"/>
              <a:t>FREE POWERPOINT </a:t>
            </a:r>
            <a:br>
              <a:rPr lang="de-DE" dirty="0" smtClean="0"/>
            </a:br>
            <a:r>
              <a:rPr lang="de-DE" dirty="0" smtClean="0"/>
              <a:t>TEMPLATE</a:t>
            </a:r>
            <a:endParaRPr lang="en-US" dirty="0"/>
          </a:p>
        </p:txBody>
      </p:sp>
      <p:sp>
        <p:nvSpPr>
          <p:cNvPr id="78" name="Textplatzhalter 2"/>
          <p:cNvSpPr>
            <a:spLocks noGrp="1"/>
          </p:cNvSpPr>
          <p:nvPr>
            <p:ph type="body" idx="1" hasCustomPrompt="1"/>
          </p:nvPr>
        </p:nvSpPr>
        <p:spPr>
          <a:xfrm>
            <a:off x="1044376" y="3741445"/>
            <a:ext cx="10101664" cy="2061759"/>
          </a:xfrm>
        </p:spPr>
        <p:txBody>
          <a:bodyPr rIns="3598920" anchor="t" anchorCtr="0"/>
          <a:lstStyle>
            <a:lvl1pPr marL="0" marR="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sz="4400">
                <a:solidFill>
                  <a:schemeClr val="tx1"/>
                </a:solidFill>
              </a:defRPr>
            </a:lvl1pPr>
            <a:lvl2pPr marL="457064" indent="0">
              <a:buNone/>
              <a:defRPr sz="1900">
                <a:solidFill>
                  <a:schemeClr val="tx1">
                    <a:tint val="75000"/>
                  </a:schemeClr>
                </a:solidFill>
              </a:defRPr>
            </a:lvl2pPr>
            <a:lvl3pPr marL="914127" indent="0">
              <a:buNone/>
              <a:defRPr sz="1600">
                <a:solidFill>
                  <a:schemeClr val="tx1">
                    <a:tint val="75000"/>
                  </a:schemeClr>
                </a:solidFill>
              </a:defRPr>
            </a:lvl3pPr>
            <a:lvl4pPr marL="1371190" indent="0">
              <a:buNone/>
              <a:defRPr sz="1500">
                <a:solidFill>
                  <a:schemeClr val="tx1">
                    <a:tint val="75000"/>
                  </a:schemeClr>
                </a:solidFill>
              </a:defRPr>
            </a:lvl4pPr>
            <a:lvl5pPr marL="1828252" indent="0">
              <a:buNone/>
              <a:defRPr sz="1500">
                <a:solidFill>
                  <a:schemeClr val="tx1">
                    <a:tint val="75000"/>
                  </a:schemeClr>
                </a:solidFill>
              </a:defRPr>
            </a:lvl5pPr>
            <a:lvl6pPr marL="2285314" indent="0">
              <a:buNone/>
              <a:defRPr sz="1500">
                <a:solidFill>
                  <a:schemeClr val="tx1">
                    <a:tint val="75000"/>
                  </a:schemeClr>
                </a:solidFill>
              </a:defRPr>
            </a:lvl6pPr>
            <a:lvl7pPr marL="2742378" indent="0">
              <a:buNone/>
              <a:defRPr sz="1500">
                <a:solidFill>
                  <a:schemeClr val="tx1">
                    <a:tint val="75000"/>
                  </a:schemeClr>
                </a:solidFill>
              </a:defRPr>
            </a:lvl7pPr>
            <a:lvl8pPr marL="3199440" indent="0">
              <a:buNone/>
              <a:defRPr sz="1500">
                <a:solidFill>
                  <a:schemeClr val="tx1">
                    <a:tint val="75000"/>
                  </a:schemeClr>
                </a:solidFill>
              </a:defRPr>
            </a:lvl8pPr>
            <a:lvl9pPr marL="3656504" indent="0">
              <a:buNone/>
              <a:defRPr sz="1500">
                <a:solidFill>
                  <a:schemeClr val="tx1">
                    <a:tint val="75000"/>
                  </a:schemeClr>
                </a:solidFill>
              </a:defRPr>
            </a:lvl9pPr>
          </a:lstStyle>
          <a:p>
            <a:pPr lvl="0"/>
            <a:r>
              <a:rPr lang="de-DE" dirty="0" smtClean="0"/>
              <a:t>PRESENTATIONLOAD</a:t>
            </a:r>
          </a:p>
        </p:txBody>
      </p:sp>
    </p:spTree>
    <p:extLst>
      <p:ext uri="{BB962C8B-B14F-4D97-AF65-F5344CB8AC3E}">
        <p14:creationId xmlns:p14="http://schemas.microsoft.com/office/powerpoint/2010/main" val="230265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PERATOR">
    <p:spTree>
      <p:nvGrpSpPr>
        <p:cNvPr id="1" name=""/>
        <p:cNvGrpSpPr/>
        <p:nvPr/>
      </p:nvGrpSpPr>
      <p:grpSpPr>
        <a:xfrm>
          <a:off x="0" y="0"/>
          <a:ext cx="0" cy="0"/>
          <a:chOff x="0" y="0"/>
          <a:chExt cx="0" cy="0"/>
        </a:xfrm>
      </p:grpSpPr>
      <p:sp>
        <p:nvSpPr>
          <p:cNvPr id="42" name="Titel 1"/>
          <p:cNvSpPr>
            <a:spLocks noGrp="1"/>
          </p:cNvSpPr>
          <p:nvPr>
            <p:ph type="title" hasCustomPrompt="1"/>
          </p:nvPr>
        </p:nvSpPr>
        <p:spPr>
          <a:xfrm>
            <a:off x="1073810" y="1006125"/>
            <a:ext cx="7920000" cy="1709843"/>
          </a:xfrm>
        </p:spPr>
        <p:txBody>
          <a:bodyPr tIns="0" anchor="b" anchorCtr="0">
            <a:noAutofit/>
          </a:bodyPr>
          <a:lstStyle>
            <a:lvl1pPr algn="l">
              <a:lnSpc>
                <a:spcPct val="80000"/>
              </a:lnSpc>
              <a:defRPr sz="6000" b="0" cap="none" baseline="0">
                <a:solidFill>
                  <a:schemeClr val="tx1"/>
                </a:solidFill>
                <a:latin typeface="Bebas Neue" panose="020B0506020202020201" pitchFamily="34" charset="0"/>
              </a:defRPr>
            </a:lvl1pPr>
          </a:lstStyle>
          <a:p>
            <a:r>
              <a:rPr lang="de-DE" dirty="0" smtClean="0"/>
              <a:t>Free PowerPoint</a:t>
            </a:r>
            <a:br>
              <a:rPr lang="de-DE" dirty="0" smtClean="0"/>
            </a:br>
            <a:r>
              <a:rPr lang="de-DE" dirty="0" smtClean="0"/>
              <a:t>Template</a:t>
            </a:r>
            <a:endParaRPr lang="en-US" dirty="0"/>
          </a:p>
        </p:txBody>
      </p:sp>
      <p:sp>
        <p:nvSpPr>
          <p:cNvPr id="43" name="Textplatzhalter 2"/>
          <p:cNvSpPr>
            <a:spLocks noGrp="1"/>
          </p:cNvSpPr>
          <p:nvPr>
            <p:ph type="body" idx="1" hasCustomPrompt="1"/>
          </p:nvPr>
        </p:nvSpPr>
        <p:spPr>
          <a:xfrm>
            <a:off x="1073814" y="2715967"/>
            <a:ext cx="7920000" cy="666000"/>
          </a:xfrm>
        </p:spPr>
        <p:txBody>
          <a:bodyPr anchor="t" anchorCtr="0"/>
          <a:lstStyle>
            <a:lvl1pPr marL="0" marR="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sz="3200">
                <a:solidFill>
                  <a:schemeClr val="tx1">
                    <a:lumMod val="50000"/>
                    <a:lumOff val="50000"/>
                  </a:schemeClr>
                </a:solidFill>
                <a:latin typeface="Calibri Light" panose="020F0302020204030204" pitchFamily="34" charset="0"/>
              </a:defRPr>
            </a:lvl1pPr>
            <a:lvl2pPr marL="457064" indent="0">
              <a:buNone/>
              <a:defRPr sz="1900">
                <a:solidFill>
                  <a:schemeClr val="tx1">
                    <a:tint val="75000"/>
                  </a:schemeClr>
                </a:solidFill>
              </a:defRPr>
            </a:lvl2pPr>
            <a:lvl3pPr marL="914127" indent="0">
              <a:buNone/>
              <a:defRPr sz="1600">
                <a:solidFill>
                  <a:schemeClr val="tx1">
                    <a:tint val="75000"/>
                  </a:schemeClr>
                </a:solidFill>
              </a:defRPr>
            </a:lvl3pPr>
            <a:lvl4pPr marL="1371190" indent="0">
              <a:buNone/>
              <a:defRPr sz="1500">
                <a:solidFill>
                  <a:schemeClr val="tx1">
                    <a:tint val="75000"/>
                  </a:schemeClr>
                </a:solidFill>
              </a:defRPr>
            </a:lvl4pPr>
            <a:lvl5pPr marL="1828252" indent="0">
              <a:buNone/>
              <a:defRPr sz="1500">
                <a:solidFill>
                  <a:schemeClr val="tx1">
                    <a:tint val="75000"/>
                  </a:schemeClr>
                </a:solidFill>
              </a:defRPr>
            </a:lvl5pPr>
            <a:lvl6pPr marL="2285314" indent="0">
              <a:buNone/>
              <a:defRPr sz="1500">
                <a:solidFill>
                  <a:schemeClr val="tx1">
                    <a:tint val="75000"/>
                  </a:schemeClr>
                </a:solidFill>
              </a:defRPr>
            </a:lvl6pPr>
            <a:lvl7pPr marL="2742378" indent="0">
              <a:buNone/>
              <a:defRPr sz="1500">
                <a:solidFill>
                  <a:schemeClr val="tx1">
                    <a:tint val="75000"/>
                  </a:schemeClr>
                </a:solidFill>
              </a:defRPr>
            </a:lvl7pPr>
            <a:lvl8pPr marL="3199440" indent="0">
              <a:buNone/>
              <a:defRPr sz="1500">
                <a:solidFill>
                  <a:schemeClr val="tx1">
                    <a:tint val="75000"/>
                  </a:schemeClr>
                </a:solidFill>
              </a:defRPr>
            </a:lvl8pPr>
            <a:lvl9pPr marL="3656504" indent="0">
              <a:buNone/>
              <a:defRPr sz="1500">
                <a:solidFill>
                  <a:schemeClr val="tx1">
                    <a:tint val="75000"/>
                  </a:schemeClr>
                </a:solidFill>
              </a:defRPr>
            </a:lvl9pPr>
          </a:lstStyle>
          <a:p>
            <a:pPr marL="0" marR="0" lvl="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a:pPr>
            <a:r>
              <a:rPr lang="de-DE" dirty="0" smtClean="0"/>
              <a:t>PRESENTATIONLOAD</a:t>
            </a:r>
          </a:p>
        </p:txBody>
      </p:sp>
      <p:grpSp>
        <p:nvGrpSpPr>
          <p:cNvPr id="5" name="Gruppieren 4"/>
          <p:cNvGrpSpPr/>
          <p:nvPr userDrawn="1"/>
        </p:nvGrpSpPr>
        <p:grpSpPr>
          <a:xfrm>
            <a:off x="6577432" y="3245473"/>
            <a:ext cx="5612981" cy="3612531"/>
            <a:chOff x="6577432" y="3245471"/>
            <a:chExt cx="5612981" cy="3612530"/>
          </a:xfrm>
        </p:grpSpPr>
        <p:grpSp>
          <p:nvGrpSpPr>
            <p:cNvPr id="4" name="Gruppieren 3"/>
            <p:cNvGrpSpPr/>
            <p:nvPr userDrawn="1"/>
          </p:nvGrpSpPr>
          <p:grpSpPr>
            <a:xfrm>
              <a:off x="7593020" y="3245471"/>
              <a:ext cx="4597393" cy="3612530"/>
              <a:chOff x="7593020" y="3245471"/>
              <a:chExt cx="4597393" cy="3612530"/>
            </a:xfrm>
          </p:grpSpPr>
          <p:sp>
            <p:nvSpPr>
              <p:cNvPr id="54" name="Flussdiagramm: Daten 6"/>
              <p:cNvSpPr/>
              <p:nvPr userDrawn="1"/>
            </p:nvSpPr>
            <p:spPr>
              <a:xfrm rot="14100000" flipH="1" flipV="1">
                <a:off x="10072040" y="3265255"/>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dirty="0"/>
              </a:p>
            </p:txBody>
          </p:sp>
          <p:sp>
            <p:nvSpPr>
              <p:cNvPr id="55" name="Rechteck 4"/>
              <p:cNvSpPr/>
              <p:nvPr userDrawn="1"/>
            </p:nvSpPr>
            <p:spPr>
              <a:xfrm>
                <a:off x="9956851" y="3486255"/>
                <a:ext cx="2233562" cy="3183919"/>
              </a:xfrm>
              <a:custGeom>
                <a:avLst/>
                <a:gdLst/>
                <a:ahLst/>
                <a:cxnLst/>
                <a:rect l="l" t="t" r="r" b="b"/>
                <a:pathLst>
                  <a:path w="2233562" h="3183919">
                    <a:moveTo>
                      <a:pt x="768385" y="232"/>
                    </a:moveTo>
                    <a:lnTo>
                      <a:pt x="2233562" y="2089951"/>
                    </a:lnTo>
                    <a:lnTo>
                      <a:pt x="2233562" y="3183919"/>
                    </a:lnTo>
                    <a:lnTo>
                      <a:pt x="384221" y="547828"/>
                    </a:lnTo>
                    <a:close/>
                    <a:moveTo>
                      <a:pt x="0" y="152"/>
                    </a:moveTo>
                    <a:lnTo>
                      <a:pt x="113" y="152"/>
                    </a:lnTo>
                    <a:lnTo>
                      <a:pt x="56" y="232"/>
                    </a:lnTo>
                    <a:close/>
                    <a:moveTo>
                      <a:pt x="768221" y="0"/>
                    </a:moveTo>
                    <a:lnTo>
                      <a:pt x="768328" y="152"/>
                    </a:lnTo>
                    <a:lnTo>
                      <a:pt x="384220" y="7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56" name="Rechteck 90"/>
              <p:cNvSpPr/>
              <p:nvPr userDrawn="1"/>
            </p:nvSpPr>
            <p:spPr>
              <a:xfrm>
                <a:off x="7593020" y="3486254"/>
                <a:ext cx="3132274" cy="3371747"/>
              </a:xfrm>
              <a:custGeom>
                <a:avLst/>
                <a:gdLst/>
                <a:ahLst/>
                <a:cxnLst/>
                <a:rect l="l" t="t" r="r" b="b"/>
                <a:pathLst>
                  <a:path w="3132274" h="3371747">
                    <a:moveTo>
                      <a:pt x="2363890" y="233"/>
                    </a:moveTo>
                    <a:lnTo>
                      <a:pt x="2748053" y="547829"/>
                    </a:lnTo>
                    <a:lnTo>
                      <a:pt x="766942" y="3371747"/>
                    </a:lnTo>
                    <a:lnTo>
                      <a:pt x="0" y="3371747"/>
                    </a:lnTo>
                    <a:close/>
                    <a:moveTo>
                      <a:pt x="3132274" y="152"/>
                    </a:moveTo>
                    <a:lnTo>
                      <a:pt x="3132217" y="233"/>
                    </a:lnTo>
                    <a:lnTo>
                      <a:pt x="3132161" y="152"/>
                    </a:lnTo>
                    <a:close/>
                    <a:moveTo>
                      <a:pt x="2364053" y="0"/>
                    </a:moveTo>
                    <a:lnTo>
                      <a:pt x="2748053" y="76"/>
                    </a:lnTo>
                    <a:lnTo>
                      <a:pt x="2363946" y="152"/>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3" name="Gruppieren 2"/>
            <p:cNvGrpSpPr/>
            <p:nvPr userDrawn="1"/>
          </p:nvGrpSpPr>
          <p:grpSpPr>
            <a:xfrm>
              <a:off x="6577432" y="5180674"/>
              <a:ext cx="2563671" cy="1677327"/>
              <a:chOff x="6577432" y="5180674"/>
              <a:chExt cx="2563671" cy="1677327"/>
            </a:xfrm>
          </p:grpSpPr>
          <p:sp>
            <p:nvSpPr>
              <p:cNvPr id="58" name="Flussdiagramm: Daten 6"/>
              <p:cNvSpPr/>
              <p:nvPr userDrawn="1"/>
            </p:nvSpPr>
            <p:spPr>
              <a:xfrm rot="14100000" flipH="1" flipV="1">
                <a:off x="7726988" y="5190401"/>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dirty="0"/>
              </a:p>
            </p:txBody>
          </p:sp>
          <p:sp>
            <p:nvSpPr>
              <p:cNvPr id="59" name="Rechteck 89"/>
              <p:cNvSpPr/>
              <p:nvPr userDrawn="1"/>
            </p:nvSpPr>
            <p:spPr>
              <a:xfrm>
                <a:off x="7670354" y="5299062"/>
                <a:ext cx="1470749" cy="1558938"/>
              </a:xfrm>
              <a:custGeom>
                <a:avLst/>
                <a:gdLst/>
                <a:ahLst/>
                <a:cxnLst/>
                <a:rect l="l" t="t" r="r" b="b"/>
                <a:pathLst>
                  <a:path w="1470749" h="1558938">
                    <a:moveTo>
                      <a:pt x="377802" y="114"/>
                    </a:moveTo>
                    <a:lnTo>
                      <a:pt x="1470749" y="1558938"/>
                    </a:lnTo>
                    <a:lnTo>
                      <a:pt x="1093614" y="1558938"/>
                    </a:lnTo>
                    <a:lnTo>
                      <a:pt x="188914" y="269358"/>
                    </a:lnTo>
                    <a:close/>
                    <a:moveTo>
                      <a:pt x="0" y="75"/>
                    </a:moveTo>
                    <a:lnTo>
                      <a:pt x="55" y="75"/>
                    </a:lnTo>
                    <a:lnTo>
                      <a:pt x="26" y="115"/>
                    </a:lnTo>
                    <a:close/>
                    <a:moveTo>
                      <a:pt x="377722" y="0"/>
                    </a:moveTo>
                    <a:lnTo>
                      <a:pt x="377774" y="75"/>
                    </a:lnTo>
                    <a:lnTo>
                      <a:pt x="188914" y="37"/>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0" name="Rechteck 91"/>
              <p:cNvSpPr/>
              <p:nvPr userDrawn="1"/>
            </p:nvSpPr>
            <p:spPr>
              <a:xfrm>
                <a:off x="6577432" y="5299064"/>
                <a:ext cx="1470748" cy="1558937"/>
              </a:xfrm>
              <a:custGeom>
                <a:avLst/>
                <a:gdLst/>
                <a:ahLst/>
                <a:cxnLst/>
                <a:rect l="l" t="t" r="r" b="b"/>
                <a:pathLst>
                  <a:path w="1470748" h="1558937">
                    <a:moveTo>
                      <a:pt x="1092946" y="114"/>
                    </a:moveTo>
                    <a:lnTo>
                      <a:pt x="1281834" y="269358"/>
                    </a:lnTo>
                    <a:lnTo>
                      <a:pt x="377134" y="1558937"/>
                    </a:lnTo>
                    <a:lnTo>
                      <a:pt x="0" y="1558937"/>
                    </a:lnTo>
                    <a:close/>
                    <a:moveTo>
                      <a:pt x="1470748" y="75"/>
                    </a:moveTo>
                    <a:lnTo>
                      <a:pt x="1470720" y="115"/>
                    </a:lnTo>
                    <a:lnTo>
                      <a:pt x="1470693" y="75"/>
                    </a:lnTo>
                    <a:close/>
                    <a:moveTo>
                      <a:pt x="1093026" y="0"/>
                    </a:moveTo>
                    <a:lnTo>
                      <a:pt x="1281833" y="37"/>
                    </a:lnTo>
                    <a:lnTo>
                      <a:pt x="1092974" y="75"/>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2" name="Gruppieren 1"/>
            <p:cNvGrpSpPr/>
            <p:nvPr userDrawn="1"/>
          </p:nvGrpSpPr>
          <p:grpSpPr>
            <a:xfrm>
              <a:off x="7702310" y="4699902"/>
              <a:ext cx="3394601" cy="2158099"/>
              <a:chOff x="7702310" y="4699902"/>
              <a:chExt cx="3394601" cy="2158099"/>
            </a:xfrm>
          </p:grpSpPr>
          <p:sp>
            <p:nvSpPr>
              <p:cNvPr id="62" name="Flussdiagramm: Daten 6"/>
              <p:cNvSpPr/>
              <p:nvPr userDrawn="1"/>
            </p:nvSpPr>
            <p:spPr>
              <a:xfrm rot="14100000" flipH="1" flipV="1">
                <a:off x="9169333" y="4716836"/>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dirty="0"/>
              </a:p>
            </p:txBody>
          </p:sp>
          <p:sp>
            <p:nvSpPr>
              <p:cNvPr id="63" name="Rechteck 87"/>
              <p:cNvSpPr/>
              <p:nvPr userDrawn="1"/>
            </p:nvSpPr>
            <p:spPr>
              <a:xfrm>
                <a:off x="9070737" y="4906000"/>
                <a:ext cx="2026174" cy="1952001"/>
              </a:xfrm>
              <a:custGeom>
                <a:avLst/>
                <a:gdLst/>
                <a:ahLst/>
                <a:cxnLst/>
                <a:rect l="l" t="t" r="r" b="b"/>
                <a:pathLst>
                  <a:path w="2026174" h="1952001">
                    <a:moveTo>
                      <a:pt x="657696" y="199"/>
                    </a:moveTo>
                    <a:lnTo>
                      <a:pt x="2026174" y="1952001"/>
                    </a:lnTo>
                    <a:lnTo>
                      <a:pt x="1369329" y="1952001"/>
                    </a:lnTo>
                    <a:lnTo>
                      <a:pt x="328872" y="468912"/>
                    </a:lnTo>
                    <a:close/>
                    <a:moveTo>
                      <a:pt x="96" y="130"/>
                    </a:moveTo>
                    <a:lnTo>
                      <a:pt x="48" y="200"/>
                    </a:lnTo>
                    <a:lnTo>
                      <a:pt x="0" y="130"/>
                    </a:lnTo>
                    <a:close/>
                    <a:moveTo>
                      <a:pt x="657556" y="0"/>
                    </a:moveTo>
                    <a:lnTo>
                      <a:pt x="657647" y="130"/>
                    </a:lnTo>
                    <a:lnTo>
                      <a:pt x="328872" y="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4" name="Rechteck 88"/>
              <p:cNvSpPr/>
              <p:nvPr userDrawn="1"/>
            </p:nvSpPr>
            <p:spPr>
              <a:xfrm>
                <a:off x="7702310" y="4906002"/>
                <a:ext cx="2026174" cy="1951999"/>
              </a:xfrm>
              <a:custGeom>
                <a:avLst/>
                <a:gdLst/>
                <a:ahLst/>
                <a:cxnLst/>
                <a:rect l="l" t="t" r="r" b="b"/>
                <a:pathLst>
                  <a:path w="2026174" h="1951999">
                    <a:moveTo>
                      <a:pt x="1368478" y="199"/>
                    </a:moveTo>
                    <a:lnTo>
                      <a:pt x="1697302" y="468912"/>
                    </a:lnTo>
                    <a:lnTo>
                      <a:pt x="656847" y="1951999"/>
                    </a:lnTo>
                    <a:lnTo>
                      <a:pt x="0" y="1951999"/>
                    </a:lnTo>
                    <a:close/>
                    <a:moveTo>
                      <a:pt x="2026174" y="130"/>
                    </a:moveTo>
                    <a:lnTo>
                      <a:pt x="2026125" y="199"/>
                    </a:lnTo>
                    <a:lnTo>
                      <a:pt x="2026077" y="130"/>
                    </a:lnTo>
                    <a:close/>
                    <a:moveTo>
                      <a:pt x="1368618" y="0"/>
                    </a:moveTo>
                    <a:lnTo>
                      <a:pt x="1697301" y="64"/>
                    </a:lnTo>
                    <a:lnTo>
                      <a:pt x="1368526" y="13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spTree>
    <p:extLst>
      <p:ext uri="{BB962C8B-B14F-4D97-AF65-F5344CB8AC3E}">
        <p14:creationId xmlns:p14="http://schemas.microsoft.com/office/powerpoint/2010/main" val="3611925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1">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bg1">
                    <a:lumMod val="50000"/>
                  </a:schemeClr>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5"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17" name="Inhaltsplatzhalter 2"/>
          <p:cNvSpPr>
            <a:spLocks noGrp="1"/>
          </p:cNvSpPr>
          <p:nvPr>
            <p:ph idx="1"/>
          </p:nvPr>
        </p:nvSpPr>
        <p:spPr>
          <a:xfrm>
            <a:off x="516252" y="1483952"/>
            <a:ext cx="11134410" cy="4320000"/>
          </a:xfrm>
          <a:noFill/>
        </p:spPr>
        <p:txBody>
          <a:bodyPr/>
          <a:lstStyle>
            <a:lvl1pPr>
              <a:defRPr sz="2300"/>
            </a:lvl1pPr>
            <a:lvl2pPr>
              <a:defRPr sz="2000"/>
            </a:lvl2pPr>
            <a:lvl3pPr>
              <a:defRPr sz="1900"/>
            </a:lvl3pPr>
            <a:lvl4pPr>
              <a:defRPr sz="1600"/>
            </a:lvl4pPr>
            <a:lvl5pPr>
              <a:defRPr sz="1600"/>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413601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lvl1pPr>
              <a:defRPr>
                <a:solidFill>
                  <a:schemeClr val="tx1"/>
                </a:solidFill>
              </a:defRPr>
            </a:lvl1p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bg1">
                    <a:lumMod val="50000"/>
                  </a:schemeClr>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5"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17" name="Inhaltsplatzhalter 2"/>
          <p:cNvSpPr>
            <a:spLocks noGrp="1"/>
          </p:cNvSpPr>
          <p:nvPr>
            <p:ph idx="1"/>
          </p:nvPr>
        </p:nvSpPr>
        <p:spPr>
          <a:xfrm>
            <a:off x="516251" y="1483952"/>
            <a:ext cx="8460000" cy="4320000"/>
          </a:xfrm>
          <a:noFill/>
        </p:spPr>
        <p:txBody>
          <a:bodyPr/>
          <a:lstStyle>
            <a:lvl1pPr>
              <a:defRPr sz="2300"/>
            </a:lvl1pPr>
            <a:lvl2pPr>
              <a:defRPr sz="2000"/>
            </a:lvl2pPr>
            <a:lvl3pPr>
              <a:defRPr sz="1900"/>
            </a:lvl3pPr>
            <a:lvl4pPr>
              <a:defRPr sz="1600"/>
            </a:lvl4pPr>
            <a:lvl5pPr>
              <a:defRPr sz="1600"/>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76443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bg1">
                    <a:lumMod val="50000"/>
                  </a:schemeClr>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Inhaltsplatzhalter 2"/>
          <p:cNvSpPr>
            <a:spLocks noGrp="1"/>
          </p:cNvSpPr>
          <p:nvPr>
            <p:ph idx="15"/>
          </p:nvPr>
        </p:nvSpPr>
        <p:spPr>
          <a:xfrm>
            <a:off x="516252" y="1483952"/>
            <a:ext cx="5324764" cy="4320000"/>
          </a:xfrm>
          <a:noFill/>
        </p:spPr>
        <p:txBody>
          <a:bodyPr/>
          <a:lstStyle>
            <a:lvl1pPr>
              <a:defRPr sz="2300"/>
            </a:lvl1pPr>
            <a:lvl2pPr>
              <a:defRPr sz="2000"/>
            </a:lvl2pPr>
            <a:lvl3pPr>
              <a:defRPr sz="1900"/>
            </a:lvl3pPr>
            <a:lvl4pPr>
              <a:defRPr sz="1600"/>
            </a:lvl4pPr>
            <a:lvl5pPr>
              <a:defRPr sz="1600"/>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5" name="Inhaltsplatzhalter 2"/>
          <p:cNvSpPr>
            <a:spLocks noGrp="1"/>
          </p:cNvSpPr>
          <p:nvPr>
            <p:ph idx="16"/>
          </p:nvPr>
        </p:nvSpPr>
        <p:spPr>
          <a:xfrm>
            <a:off x="6310800" y="1476439"/>
            <a:ext cx="5324764" cy="4320000"/>
          </a:xfrm>
          <a:noFill/>
        </p:spPr>
        <p:txBody>
          <a:bodyPr/>
          <a:lstStyle>
            <a:lvl1pPr>
              <a:defRPr sz="2300"/>
            </a:lvl1pPr>
            <a:lvl2pPr>
              <a:defRPr sz="2000"/>
            </a:lvl2pPr>
            <a:lvl3pPr>
              <a:defRPr sz="1900"/>
            </a:lvl3pPr>
            <a:lvl4pPr>
              <a:defRPr sz="1600"/>
            </a:lvl4pPr>
            <a:lvl5pPr>
              <a:defRPr sz="1600"/>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6"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7"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276589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p:spPr>
        <p:txBody>
          <a:bodyPr lIns="10798" anchor="t" anchorCtr="0"/>
          <a:lstStyle>
            <a:lvl1pPr marL="0" indent="0">
              <a:buNone/>
              <a:defRPr>
                <a:solidFill>
                  <a:schemeClr val="bg1">
                    <a:lumMod val="50000"/>
                  </a:schemeClr>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Inhaltsplatzhalter 2"/>
          <p:cNvSpPr>
            <a:spLocks noGrp="1"/>
          </p:cNvSpPr>
          <p:nvPr>
            <p:ph idx="15"/>
          </p:nvPr>
        </p:nvSpPr>
        <p:spPr>
          <a:xfrm>
            <a:off x="516252" y="1483952"/>
            <a:ext cx="5324764" cy="4320000"/>
          </a:xfrm>
          <a:noFill/>
        </p:spPr>
        <p:txBody>
          <a:bodyPr/>
          <a:lstStyle>
            <a:lvl1pPr>
              <a:defRPr sz="2300"/>
            </a:lvl1pPr>
            <a:lvl2pPr>
              <a:defRPr sz="2000"/>
            </a:lvl2pPr>
            <a:lvl3pPr>
              <a:defRPr sz="1900"/>
            </a:lvl3pPr>
            <a:lvl4pPr>
              <a:defRPr sz="1600"/>
            </a:lvl4pPr>
            <a:lvl5pPr>
              <a:defRPr sz="1600"/>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6"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7"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8" name="Bildplatzhalter 2"/>
          <p:cNvSpPr>
            <a:spLocks noGrp="1"/>
          </p:cNvSpPr>
          <p:nvPr>
            <p:ph type="pic" sz="quarter" idx="16"/>
          </p:nvPr>
        </p:nvSpPr>
        <p:spPr>
          <a:xfrm>
            <a:off x="6310803" y="1483952"/>
            <a:ext cx="5879612" cy="4320000"/>
          </a:xfrm>
          <a:solidFill>
            <a:schemeClr val="bg1">
              <a:lumMod val="85000"/>
            </a:schemeClr>
          </a:solidFill>
        </p:spPr>
        <p:txBody>
          <a:bodyPr/>
          <a:lstStyle>
            <a:lvl1pPr>
              <a:defRPr>
                <a:solidFill>
                  <a:schemeClr val="bg1">
                    <a:lumMod val="85000"/>
                  </a:schemeClr>
                </a:solidFill>
              </a:defRPr>
            </a:lvl1pPr>
          </a:lstStyle>
          <a:p>
            <a:endParaRPr lang="en-US"/>
          </a:p>
        </p:txBody>
      </p:sp>
    </p:spTree>
    <p:extLst>
      <p:ext uri="{BB962C8B-B14F-4D97-AF65-F5344CB8AC3E}">
        <p14:creationId xmlns:p14="http://schemas.microsoft.com/office/powerpoint/2010/main" val="1696335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lvl1pPr>
          </a:lstStyle>
          <a:p>
            <a:pPr lvl="0"/>
            <a:r>
              <a:rPr lang="de-DE" dirty="0" smtClean="0"/>
              <a:t>TITELMASTERFORMAT DURCH KLICKEN BEARBEITEN</a:t>
            </a:r>
            <a:endParaRPr lang="en-US" dirty="0"/>
          </a:p>
        </p:txBody>
      </p:sp>
      <p:sp>
        <p:nvSpPr>
          <p:cNvPr id="6" name="Textplatzhalter 12"/>
          <p:cNvSpPr>
            <a:spLocks noGrp="1"/>
          </p:cNvSpPr>
          <p:nvPr>
            <p:ph type="body" sz="quarter" idx="13" hasCustomPrompt="1"/>
          </p:nvPr>
        </p:nvSpPr>
        <p:spPr>
          <a:xfrm>
            <a:off x="516253" y="942477"/>
            <a:ext cx="11133137" cy="541475"/>
          </a:xfrm>
        </p:spPr>
        <p:txBody>
          <a:bodyPr lIns="10798" anchor="t" anchorCtr="0"/>
          <a:lstStyle>
            <a:lvl1pPr marL="0" indent="0">
              <a:buNone/>
              <a:defRPr>
                <a:solidFill>
                  <a:schemeClr val="bg1">
                    <a:lumMod val="50000"/>
                  </a:schemeClr>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1"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12"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2478639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9"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185563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1044376" y="4"/>
            <a:ext cx="10101664" cy="3741441"/>
          </a:xfrm>
        </p:spPr>
        <p:txBody>
          <a:bodyPr rIns="3598920" anchor="b" anchorCtr="0">
            <a:noAutofit/>
          </a:bodyPr>
          <a:lstStyle>
            <a:lvl1pPr algn="l">
              <a:lnSpc>
                <a:spcPct val="80000"/>
              </a:lnSpc>
              <a:defRPr sz="8800" b="0" cap="all">
                <a:solidFill>
                  <a:schemeClr val="accent1"/>
                </a:solidFill>
                <a:latin typeface="Bebas Neue" pitchFamily="34" charset="0"/>
              </a:defRPr>
            </a:lvl1pPr>
          </a:lstStyle>
          <a:p>
            <a:r>
              <a:rPr lang="de-DE" dirty="0" smtClean="0"/>
              <a:t>FREE POWERPOINT</a:t>
            </a:r>
            <a:br>
              <a:rPr lang="de-DE" dirty="0" smtClean="0"/>
            </a:br>
            <a:r>
              <a:rPr lang="de-DE" dirty="0" smtClean="0"/>
              <a:t>TEMPLATE</a:t>
            </a:r>
            <a:endParaRPr lang="en-US" dirty="0"/>
          </a:p>
        </p:txBody>
      </p:sp>
      <p:sp>
        <p:nvSpPr>
          <p:cNvPr id="11" name="Textplatzhalter 2"/>
          <p:cNvSpPr>
            <a:spLocks noGrp="1"/>
          </p:cNvSpPr>
          <p:nvPr>
            <p:ph type="body" idx="1" hasCustomPrompt="1"/>
          </p:nvPr>
        </p:nvSpPr>
        <p:spPr>
          <a:xfrm>
            <a:off x="1044376" y="3741445"/>
            <a:ext cx="10101664" cy="2061759"/>
          </a:xfrm>
          <a:prstGeom prst="rect">
            <a:avLst/>
          </a:prstGeom>
        </p:spPr>
        <p:txBody>
          <a:bodyPr rIns="3598920" anchor="t" anchorCtr="0"/>
          <a:lstStyle>
            <a:lvl1pPr marL="0" indent="0">
              <a:lnSpc>
                <a:spcPct val="80000"/>
              </a:lnSpc>
              <a:buNone/>
              <a:defRPr sz="4400">
                <a:solidFill>
                  <a:schemeClr val="accent1">
                    <a:lumMod val="50000"/>
                  </a:schemeClr>
                </a:solidFill>
              </a:defRPr>
            </a:lvl1pPr>
            <a:lvl2pPr marL="457064" indent="0">
              <a:buNone/>
              <a:defRPr sz="1900">
                <a:solidFill>
                  <a:schemeClr val="tx1">
                    <a:tint val="75000"/>
                  </a:schemeClr>
                </a:solidFill>
              </a:defRPr>
            </a:lvl2pPr>
            <a:lvl3pPr marL="914127" indent="0">
              <a:buNone/>
              <a:defRPr sz="1600">
                <a:solidFill>
                  <a:schemeClr val="tx1">
                    <a:tint val="75000"/>
                  </a:schemeClr>
                </a:solidFill>
              </a:defRPr>
            </a:lvl3pPr>
            <a:lvl4pPr marL="1371190" indent="0">
              <a:buNone/>
              <a:defRPr sz="1500">
                <a:solidFill>
                  <a:schemeClr val="tx1">
                    <a:tint val="75000"/>
                  </a:schemeClr>
                </a:solidFill>
              </a:defRPr>
            </a:lvl4pPr>
            <a:lvl5pPr marL="1828252" indent="0">
              <a:buNone/>
              <a:defRPr sz="1500">
                <a:solidFill>
                  <a:schemeClr val="tx1">
                    <a:tint val="75000"/>
                  </a:schemeClr>
                </a:solidFill>
              </a:defRPr>
            </a:lvl5pPr>
            <a:lvl6pPr marL="2285314" indent="0">
              <a:buNone/>
              <a:defRPr sz="1500">
                <a:solidFill>
                  <a:schemeClr val="tx1">
                    <a:tint val="75000"/>
                  </a:schemeClr>
                </a:solidFill>
              </a:defRPr>
            </a:lvl6pPr>
            <a:lvl7pPr marL="2742378" indent="0">
              <a:buNone/>
              <a:defRPr sz="1500">
                <a:solidFill>
                  <a:schemeClr val="tx1">
                    <a:tint val="75000"/>
                  </a:schemeClr>
                </a:solidFill>
              </a:defRPr>
            </a:lvl7pPr>
            <a:lvl8pPr marL="3199440" indent="0">
              <a:buNone/>
              <a:defRPr sz="1500">
                <a:solidFill>
                  <a:schemeClr val="tx1">
                    <a:tint val="75000"/>
                  </a:schemeClr>
                </a:solidFill>
              </a:defRPr>
            </a:lvl8pPr>
            <a:lvl9pPr marL="3656504" indent="0">
              <a:buNone/>
              <a:defRPr sz="1500">
                <a:solidFill>
                  <a:schemeClr val="tx1">
                    <a:tint val="75000"/>
                  </a:schemeClr>
                </a:solidFill>
              </a:defRPr>
            </a:lvl9pPr>
          </a:lstStyle>
          <a:p>
            <a:pPr lvl="0"/>
            <a:r>
              <a:rPr lang="de-DE" dirty="0" smtClean="0"/>
              <a:t>PRESENTATIONLOAD</a:t>
            </a:r>
          </a:p>
        </p:txBody>
      </p:sp>
      <p:grpSp>
        <p:nvGrpSpPr>
          <p:cNvPr id="37" name="Gruppieren 36"/>
          <p:cNvGrpSpPr/>
          <p:nvPr userDrawn="1"/>
        </p:nvGrpSpPr>
        <p:grpSpPr>
          <a:xfrm>
            <a:off x="81034" y="5206769"/>
            <a:ext cx="3453610" cy="1898584"/>
            <a:chOff x="81031" y="5206769"/>
            <a:chExt cx="3453611" cy="1898584"/>
          </a:xfrm>
        </p:grpSpPr>
        <p:grpSp>
          <p:nvGrpSpPr>
            <p:cNvPr id="38" name="Gruppieren 37"/>
            <p:cNvGrpSpPr/>
            <p:nvPr userDrawn="1"/>
          </p:nvGrpSpPr>
          <p:grpSpPr>
            <a:xfrm>
              <a:off x="81031" y="5206769"/>
              <a:ext cx="1991801" cy="1736748"/>
              <a:chOff x="81031" y="5206769"/>
              <a:chExt cx="1991801" cy="1736748"/>
            </a:xfrm>
          </p:grpSpPr>
          <p:sp>
            <p:nvSpPr>
              <p:cNvPr id="47" name="Flussdiagramm: Daten 6"/>
              <p:cNvSpPr/>
              <p:nvPr userDrawn="1"/>
            </p:nvSpPr>
            <p:spPr>
              <a:xfrm rot="7500000" flipV="1">
                <a:off x="-472446" y="5760246"/>
                <a:ext cx="1736748" cy="629794"/>
              </a:xfrm>
              <a:custGeom>
                <a:avLst/>
                <a:gdLst>
                  <a:gd name="connsiteX0" fmla="*/ 4875386 w 7920475"/>
                  <a:gd name="connsiteY0" fmla="*/ 1896 h 634035"/>
                  <a:gd name="connsiteX1" fmla="*/ 7498123 w 7920475"/>
                  <a:gd name="connsiteY1" fmla="*/ 627301 h 634035"/>
                  <a:gd name="connsiteX2" fmla="*/ 7920475 w 7920475"/>
                  <a:gd name="connsiteY2" fmla="*/ 0 h 634035"/>
                  <a:gd name="connsiteX3" fmla="*/ 4875386 w 7920475"/>
                  <a:gd name="connsiteY3" fmla="*/ 1896 h 634035"/>
                  <a:gd name="connsiteX4" fmla="*/ 440793 w 7920475"/>
                  <a:gd name="connsiteY4" fmla="*/ 4657 h 634035"/>
                  <a:gd name="connsiteX5" fmla="*/ 669010 w 7920475"/>
                  <a:gd name="connsiteY5" fmla="*/ 633434 h 634035"/>
                  <a:gd name="connsiteX6" fmla="*/ 1604583 w 7920475"/>
                  <a:gd name="connsiteY6" fmla="*/ 632594 h 634035"/>
                  <a:gd name="connsiteX7" fmla="*/ 1736748 w 7920475"/>
                  <a:gd name="connsiteY7" fmla="*/ 443842 h 634035"/>
                  <a:gd name="connsiteX8" fmla="*/ 1108933 w 7920475"/>
                  <a:gd name="connsiteY8" fmla="*/ 4241 h 634035"/>
                  <a:gd name="connsiteX9" fmla="*/ 440793 w 7920475"/>
                  <a:gd name="connsiteY9" fmla="*/ 4657 h 634035"/>
                  <a:gd name="connsiteX10" fmla="*/ 0 w 7920475"/>
                  <a:gd name="connsiteY10" fmla="*/ 634035 h 634035"/>
                  <a:gd name="connsiteX11" fmla="*/ 98 w 7920475"/>
                  <a:gd name="connsiteY11" fmla="*/ 634035 h 634035"/>
                  <a:gd name="connsiteX12" fmla="*/ 65 w 7920475"/>
                  <a:gd name="connsiteY12" fmla="*/ 633943 h 634035"/>
                  <a:gd name="connsiteX13" fmla="*/ 0 w 7920475"/>
                  <a:gd name="connsiteY13" fmla="*/ 634035 h 634035"/>
                  <a:gd name="connsiteX14" fmla="*/ 440509 w 7920475"/>
                  <a:gd name="connsiteY14" fmla="*/ 4658 h 634035"/>
                  <a:gd name="connsiteX15" fmla="*/ 220317 w 7920475"/>
                  <a:gd name="connsiteY15" fmla="*/ 319256 h 634035"/>
                  <a:gd name="connsiteX16" fmla="*/ 440695 w 7920475"/>
                  <a:gd name="connsiteY16" fmla="*/ 4657 h 634035"/>
                  <a:gd name="connsiteX17" fmla="*/ 440509 w 7920475"/>
                  <a:gd name="connsiteY17" fmla="*/ 4658 h 634035"/>
                  <a:gd name="connsiteX0" fmla="*/ 4875386 w 7920475"/>
                  <a:gd name="connsiteY0" fmla="*/ 1896 h 634035"/>
                  <a:gd name="connsiteX1" fmla="*/ 7920475 w 7920475"/>
                  <a:gd name="connsiteY1" fmla="*/ 0 h 634035"/>
                  <a:gd name="connsiteX2" fmla="*/ 4875386 w 7920475"/>
                  <a:gd name="connsiteY2" fmla="*/ 1896 h 634035"/>
                  <a:gd name="connsiteX3" fmla="*/ 440793 w 7920475"/>
                  <a:gd name="connsiteY3" fmla="*/ 4657 h 634035"/>
                  <a:gd name="connsiteX4" fmla="*/ 669010 w 7920475"/>
                  <a:gd name="connsiteY4" fmla="*/ 633434 h 634035"/>
                  <a:gd name="connsiteX5" fmla="*/ 1604583 w 7920475"/>
                  <a:gd name="connsiteY5" fmla="*/ 632594 h 634035"/>
                  <a:gd name="connsiteX6" fmla="*/ 1736748 w 7920475"/>
                  <a:gd name="connsiteY6" fmla="*/ 443842 h 634035"/>
                  <a:gd name="connsiteX7" fmla="*/ 1108933 w 7920475"/>
                  <a:gd name="connsiteY7" fmla="*/ 4241 h 634035"/>
                  <a:gd name="connsiteX8" fmla="*/ 440793 w 7920475"/>
                  <a:gd name="connsiteY8" fmla="*/ 4657 h 634035"/>
                  <a:gd name="connsiteX9" fmla="*/ 0 w 7920475"/>
                  <a:gd name="connsiteY9" fmla="*/ 634035 h 634035"/>
                  <a:gd name="connsiteX10" fmla="*/ 98 w 7920475"/>
                  <a:gd name="connsiteY10" fmla="*/ 634035 h 634035"/>
                  <a:gd name="connsiteX11" fmla="*/ 65 w 7920475"/>
                  <a:gd name="connsiteY11" fmla="*/ 633943 h 634035"/>
                  <a:gd name="connsiteX12" fmla="*/ 0 w 7920475"/>
                  <a:gd name="connsiteY12" fmla="*/ 634035 h 634035"/>
                  <a:gd name="connsiteX13" fmla="*/ 440509 w 7920475"/>
                  <a:gd name="connsiteY13" fmla="*/ 4658 h 634035"/>
                  <a:gd name="connsiteX14" fmla="*/ 220317 w 7920475"/>
                  <a:gd name="connsiteY14" fmla="*/ 319256 h 634035"/>
                  <a:gd name="connsiteX15" fmla="*/ 440695 w 7920475"/>
                  <a:gd name="connsiteY15" fmla="*/ 4657 h 634035"/>
                  <a:gd name="connsiteX16" fmla="*/ 440509 w 7920475"/>
                  <a:gd name="connsiteY16" fmla="*/ 4658 h 634035"/>
                  <a:gd name="connsiteX0" fmla="*/ 440793 w 1736748"/>
                  <a:gd name="connsiteY0" fmla="*/ 416 h 629794"/>
                  <a:gd name="connsiteX1" fmla="*/ 669010 w 1736748"/>
                  <a:gd name="connsiteY1" fmla="*/ 629193 h 629794"/>
                  <a:gd name="connsiteX2" fmla="*/ 1604583 w 1736748"/>
                  <a:gd name="connsiteY2" fmla="*/ 628353 h 629794"/>
                  <a:gd name="connsiteX3" fmla="*/ 1736748 w 1736748"/>
                  <a:gd name="connsiteY3" fmla="*/ 439601 h 629794"/>
                  <a:gd name="connsiteX4" fmla="*/ 1108933 w 1736748"/>
                  <a:gd name="connsiteY4" fmla="*/ 0 h 629794"/>
                  <a:gd name="connsiteX5" fmla="*/ 440793 w 1736748"/>
                  <a:gd name="connsiteY5" fmla="*/ 416 h 629794"/>
                  <a:gd name="connsiteX6" fmla="*/ 0 w 1736748"/>
                  <a:gd name="connsiteY6" fmla="*/ 629794 h 629794"/>
                  <a:gd name="connsiteX7" fmla="*/ 98 w 1736748"/>
                  <a:gd name="connsiteY7" fmla="*/ 629794 h 629794"/>
                  <a:gd name="connsiteX8" fmla="*/ 65 w 1736748"/>
                  <a:gd name="connsiteY8" fmla="*/ 629702 h 629794"/>
                  <a:gd name="connsiteX9" fmla="*/ 0 w 1736748"/>
                  <a:gd name="connsiteY9" fmla="*/ 629794 h 629794"/>
                  <a:gd name="connsiteX10" fmla="*/ 440509 w 1736748"/>
                  <a:gd name="connsiteY10" fmla="*/ 417 h 629794"/>
                  <a:gd name="connsiteX11" fmla="*/ 220317 w 1736748"/>
                  <a:gd name="connsiteY11" fmla="*/ 315015 h 629794"/>
                  <a:gd name="connsiteX12" fmla="*/ 440695 w 1736748"/>
                  <a:gd name="connsiteY12" fmla="*/ 416 h 629794"/>
                  <a:gd name="connsiteX13" fmla="*/ 440509 w 1736748"/>
                  <a:gd name="connsiteY13" fmla="*/ 417 h 629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36748" h="629794">
                    <a:moveTo>
                      <a:pt x="440793" y="416"/>
                    </a:moveTo>
                    <a:lnTo>
                      <a:pt x="669010" y="629193"/>
                    </a:lnTo>
                    <a:lnTo>
                      <a:pt x="1604583" y="628353"/>
                    </a:lnTo>
                    <a:lnTo>
                      <a:pt x="1736748" y="439601"/>
                    </a:lnTo>
                    <a:lnTo>
                      <a:pt x="1108933" y="0"/>
                    </a:lnTo>
                    <a:lnTo>
                      <a:pt x="440793" y="416"/>
                    </a:lnTo>
                    <a:close/>
                    <a:moveTo>
                      <a:pt x="0" y="629794"/>
                    </a:moveTo>
                    <a:lnTo>
                      <a:pt x="98" y="629794"/>
                    </a:lnTo>
                    <a:cubicBezTo>
                      <a:pt x="87" y="629763"/>
                      <a:pt x="76" y="629733"/>
                      <a:pt x="65" y="629702"/>
                    </a:cubicBezTo>
                    <a:lnTo>
                      <a:pt x="0" y="629794"/>
                    </a:lnTo>
                    <a:close/>
                    <a:moveTo>
                      <a:pt x="440509" y="417"/>
                    </a:moveTo>
                    <a:lnTo>
                      <a:pt x="220317" y="315015"/>
                    </a:lnTo>
                    <a:lnTo>
                      <a:pt x="440695" y="416"/>
                    </a:lnTo>
                    <a:lnTo>
                      <a:pt x="440509" y="417"/>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Flussdiagramm: Daten 6"/>
              <p:cNvSpPr/>
              <p:nvPr userDrawn="1"/>
            </p:nvSpPr>
            <p:spPr>
              <a:xfrm rot="7500000" flipV="1">
                <a:off x="367821" y="5323279"/>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9" name="Rechteck 4"/>
              <p:cNvSpPr/>
              <p:nvPr userDrawn="1"/>
            </p:nvSpPr>
            <p:spPr>
              <a:xfrm>
                <a:off x="383512" y="5544278"/>
                <a:ext cx="1689320" cy="1313723"/>
              </a:xfrm>
              <a:custGeom>
                <a:avLst/>
                <a:gdLst/>
                <a:ahLst/>
                <a:cxnLst/>
                <a:rect l="l" t="t" r="r" b="b"/>
                <a:pathLst>
                  <a:path w="1689320" h="1313723">
                    <a:moveTo>
                      <a:pt x="768385" y="233"/>
                    </a:moveTo>
                    <a:lnTo>
                      <a:pt x="1689320" y="1313723"/>
                    </a:lnTo>
                    <a:lnTo>
                      <a:pt x="921532" y="1313723"/>
                    </a:lnTo>
                    <a:lnTo>
                      <a:pt x="384221" y="547829"/>
                    </a:lnTo>
                    <a:close/>
                    <a:moveTo>
                      <a:pt x="0" y="152"/>
                    </a:moveTo>
                    <a:lnTo>
                      <a:pt x="113" y="152"/>
                    </a:lnTo>
                    <a:lnTo>
                      <a:pt x="57" y="233"/>
                    </a:lnTo>
                    <a:close/>
                    <a:moveTo>
                      <a:pt x="768221" y="0"/>
                    </a:moveTo>
                    <a:lnTo>
                      <a:pt x="768328" y="152"/>
                    </a:lnTo>
                    <a:lnTo>
                      <a:pt x="384221" y="76"/>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9" name="Gruppieren 38"/>
            <p:cNvGrpSpPr/>
            <p:nvPr userDrawn="1"/>
          </p:nvGrpSpPr>
          <p:grpSpPr>
            <a:xfrm>
              <a:off x="2076330" y="5572847"/>
              <a:ext cx="1458312" cy="1510739"/>
              <a:chOff x="2076330" y="5572847"/>
              <a:chExt cx="1458312" cy="1510739"/>
            </a:xfrm>
          </p:grpSpPr>
          <p:sp>
            <p:nvSpPr>
              <p:cNvPr id="44" name="Flussdiagramm: Daten 6"/>
              <p:cNvSpPr/>
              <p:nvPr userDrawn="1"/>
            </p:nvSpPr>
            <p:spPr>
              <a:xfrm rot="7500000" flipV="1">
                <a:off x="1476091" y="6173086"/>
                <a:ext cx="1510739" cy="310261"/>
              </a:xfrm>
              <a:custGeom>
                <a:avLst/>
                <a:gdLst/>
                <a:ahLst/>
                <a:cxnLst/>
                <a:rect l="l" t="t" r="r" b="b"/>
                <a:pathLst>
                  <a:path w="1510739" h="310261">
                    <a:moveTo>
                      <a:pt x="216732" y="805"/>
                    </a:moveTo>
                    <a:lnTo>
                      <a:pt x="328942" y="309965"/>
                    </a:lnTo>
                    <a:lnTo>
                      <a:pt x="1294306" y="309098"/>
                    </a:lnTo>
                    <a:lnTo>
                      <a:pt x="1510739" y="0"/>
                    </a:lnTo>
                    <a:close/>
                    <a:moveTo>
                      <a:pt x="0" y="310260"/>
                    </a:moveTo>
                    <a:lnTo>
                      <a:pt x="49" y="310261"/>
                    </a:lnTo>
                    <a:lnTo>
                      <a:pt x="33" y="310215"/>
                    </a:lnTo>
                    <a:close/>
                    <a:moveTo>
                      <a:pt x="216592" y="805"/>
                    </a:moveTo>
                    <a:lnTo>
                      <a:pt x="108327" y="155489"/>
                    </a:lnTo>
                    <a:lnTo>
                      <a:pt x="216684" y="806"/>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5" name="Flussdiagramm: Daten 6"/>
              <p:cNvSpPr/>
              <p:nvPr userDrawn="1"/>
            </p:nvSpPr>
            <p:spPr>
              <a:xfrm rot="7500000" flipV="1">
                <a:off x="2406251" y="5689698"/>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6" name="Rechteck 3"/>
              <p:cNvSpPr/>
              <p:nvPr userDrawn="1"/>
            </p:nvSpPr>
            <p:spPr>
              <a:xfrm>
                <a:off x="2602883" y="5798360"/>
                <a:ext cx="931759" cy="1059640"/>
              </a:xfrm>
              <a:custGeom>
                <a:avLst/>
                <a:gdLst>
                  <a:gd name="connsiteX0" fmla="*/ 0 w 6868510"/>
                  <a:gd name="connsiteY0" fmla="*/ 1059640 h 6010012"/>
                  <a:gd name="connsiteX1" fmla="*/ 3654987 w 6868510"/>
                  <a:gd name="connsiteY1" fmla="*/ 1059640 h 6010012"/>
                  <a:gd name="connsiteX2" fmla="*/ 5028976 w 6868510"/>
                  <a:gd name="connsiteY2" fmla="*/ 3018153 h 6010012"/>
                  <a:gd name="connsiteX3" fmla="*/ 5400740 w 6868510"/>
                  <a:gd name="connsiteY3" fmla="*/ 3011352 h 6010012"/>
                  <a:gd name="connsiteX4" fmla="*/ 4032326 w 6868510"/>
                  <a:gd name="connsiteY4" fmla="*/ 1059640 h 6010012"/>
                  <a:gd name="connsiteX5" fmla="*/ 6868510 w 6868510"/>
                  <a:gd name="connsiteY5" fmla="*/ 6010012 h 6010012"/>
                  <a:gd name="connsiteX6" fmla="*/ 0 w 6868510"/>
                  <a:gd name="connsiteY6" fmla="*/ 6010012 h 6010012"/>
                  <a:gd name="connsiteX7" fmla="*/ 0 w 6868510"/>
                  <a:gd name="connsiteY7" fmla="*/ 1059640 h 6010012"/>
                  <a:gd name="connsiteX8" fmla="*/ 3289455 w 6868510"/>
                  <a:gd name="connsiteY8" fmla="*/ 114 h 6010012"/>
                  <a:gd name="connsiteX9" fmla="*/ 4032326 w 6868510"/>
                  <a:gd name="connsiteY9" fmla="*/ 1059640 h 6010012"/>
                  <a:gd name="connsiteX10" fmla="*/ 3654987 w 6868510"/>
                  <a:gd name="connsiteY10" fmla="*/ 1059640 h 6010012"/>
                  <a:gd name="connsiteX11" fmla="*/ 3100567 w 6868510"/>
                  <a:gd name="connsiteY11" fmla="*/ 269358 h 6010012"/>
                  <a:gd name="connsiteX12" fmla="*/ 3289455 w 6868510"/>
                  <a:gd name="connsiteY12" fmla="*/ 114 h 6010012"/>
                  <a:gd name="connsiteX13" fmla="*/ 2911652 w 6868510"/>
                  <a:gd name="connsiteY13" fmla="*/ 74 h 6010012"/>
                  <a:gd name="connsiteX14" fmla="*/ 2911707 w 6868510"/>
                  <a:gd name="connsiteY14" fmla="*/ 75 h 6010012"/>
                  <a:gd name="connsiteX15" fmla="*/ 2911680 w 6868510"/>
                  <a:gd name="connsiteY15" fmla="*/ 114 h 6010012"/>
                  <a:gd name="connsiteX16" fmla="*/ 2911652 w 6868510"/>
                  <a:gd name="connsiteY16" fmla="*/ 74 h 6010012"/>
                  <a:gd name="connsiteX17" fmla="*/ 3289375 w 6868510"/>
                  <a:gd name="connsiteY17" fmla="*/ 0 h 6010012"/>
                  <a:gd name="connsiteX18" fmla="*/ 3289427 w 6868510"/>
                  <a:gd name="connsiteY18" fmla="*/ 75 h 6010012"/>
                  <a:gd name="connsiteX19" fmla="*/ 3100567 w 6868510"/>
                  <a:gd name="connsiteY19" fmla="*/ 36 h 6010012"/>
                  <a:gd name="connsiteX20" fmla="*/ 3289375 w 6868510"/>
                  <a:gd name="connsiteY20" fmla="*/ 0 h 6010012"/>
                  <a:gd name="connsiteX0" fmla="*/ 0 w 5400740"/>
                  <a:gd name="connsiteY0" fmla="*/ 1059640 h 6010012"/>
                  <a:gd name="connsiteX1" fmla="*/ 3654987 w 5400740"/>
                  <a:gd name="connsiteY1" fmla="*/ 1059640 h 6010012"/>
                  <a:gd name="connsiteX2" fmla="*/ 5028976 w 5400740"/>
                  <a:gd name="connsiteY2" fmla="*/ 3018153 h 6010012"/>
                  <a:gd name="connsiteX3" fmla="*/ 5400740 w 5400740"/>
                  <a:gd name="connsiteY3" fmla="*/ 3011352 h 6010012"/>
                  <a:gd name="connsiteX4" fmla="*/ 4032326 w 5400740"/>
                  <a:gd name="connsiteY4" fmla="*/ 1059640 h 6010012"/>
                  <a:gd name="connsiteX5" fmla="*/ 0 w 5400740"/>
                  <a:gd name="connsiteY5" fmla="*/ 6010012 h 6010012"/>
                  <a:gd name="connsiteX6" fmla="*/ 0 w 5400740"/>
                  <a:gd name="connsiteY6" fmla="*/ 1059640 h 6010012"/>
                  <a:gd name="connsiteX7" fmla="*/ 3289455 w 5400740"/>
                  <a:gd name="connsiteY7" fmla="*/ 114 h 6010012"/>
                  <a:gd name="connsiteX8" fmla="*/ 4032326 w 5400740"/>
                  <a:gd name="connsiteY8" fmla="*/ 1059640 h 6010012"/>
                  <a:gd name="connsiteX9" fmla="*/ 3654987 w 5400740"/>
                  <a:gd name="connsiteY9" fmla="*/ 1059640 h 6010012"/>
                  <a:gd name="connsiteX10" fmla="*/ 3100567 w 5400740"/>
                  <a:gd name="connsiteY10" fmla="*/ 269358 h 6010012"/>
                  <a:gd name="connsiteX11" fmla="*/ 3289455 w 5400740"/>
                  <a:gd name="connsiteY11" fmla="*/ 114 h 6010012"/>
                  <a:gd name="connsiteX12" fmla="*/ 2911652 w 5400740"/>
                  <a:gd name="connsiteY12" fmla="*/ 74 h 6010012"/>
                  <a:gd name="connsiteX13" fmla="*/ 2911707 w 5400740"/>
                  <a:gd name="connsiteY13" fmla="*/ 75 h 6010012"/>
                  <a:gd name="connsiteX14" fmla="*/ 2911680 w 5400740"/>
                  <a:gd name="connsiteY14" fmla="*/ 114 h 6010012"/>
                  <a:gd name="connsiteX15" fmla="*/ 2911652 w 5400740"/>
                  <a:gd name="connsiteY15" fmla="*/ 74 h 6010012"/>
                  <a:gd name="connsiteX16" fmla="*/ 3289375 w 5400740"/>
                  <a:gd name="connsiteY16" fmla="*/ 0 h 6010012"/>
                  <a:gd name="connsiteX17" fmla="*/ 3289427 w 5400740"/>
                  <a:gd name="connsiteY17" fmla="*/ 75 h 6010012"/>
                  <a:gd name="connsiteX18" fmla="*/ 3100567 w 5400740"/>
                  <a:gd name="connsiteY18" fmla="*/ 36 h 6010012"/>
                  <a:gd name="connsiteX19" fmla="*/ 3289375 w 5400740"/>
                  <a:gd name="connsiteY19" fmla="*/ 0 h 6010012"/>
                  <a:gd name="connsiteX0" fmla="*/ 47297 w 5448037"/>
                  <a:gd name="connsiteY0" fmla="*/ 1059640 h 6199198"/>
                  <a:gd name="connsiteX1" fmla="*/ 3702284 w 5448037"/>
                  <a:gd name="connsiteY1" fmla="*/ 1059640 h 6199198"/>
                  <a:gd name="connsiteX2" fmla="*/ 5076273 w 5448037"/>
                  <a:gd name="connsiteY2" fmla="*/ 3018153 h 6199198"/>
                  <a:gd name="connsiteX3" fmla="*/ 5448037 w 5448037"/>
                  <a:gd name="connsiteY3" fmla="*/ 3011352 h 6199198"/>
                  <a:gd name="connsiteX4" fmla="*/ 4079623 w 5448037"/>
                  <a:gd name="connsiteY4" fmla="*/ 1059640 h 6199198"/>
                  <a:gd name="connsiteX5" fmla="*/ 0 w 5448037"/>
                  <a:gd name="connsiteY5" fmla="*/ 6199198 h 6199198"/>
                  <a:gd name="connsiteX6" fmla="*/ 47297 w 5448037"/>
                  <a:gd name="connsiteY6" fmla="*/ 1059640 h 6199198"/>
                  <a:gd name="connsiteX7" fmla="*/ 3336752 w 5448037"/>
                  <a:gd name="connsiteY7" fmla="*/ 114 h 6199198"/>
                  <a:gd name="connsiteX8" fmla="*/ 4079623 w 5448037"/>
                  <a:gd name="connsiteY8" fmla="*/ 1059640 h 6199198"/>
                  <a:gd name="connsiteX9" fmla="*/ 3702284 w 5448037"/>
                  <a:gd name="connsiteY9" fmla="*/ 1059640 h 6199198"/>
                  <a:gd name="connsiteX10" fmla="*/ 3147864 w 5448037"/>
                  <a:gd name="connsiteY10" fmla="*/ 269358 h 6199198"/>
                  <a:gd name="connsiteX11" fmla="*/ 3336752 w 5448037"/>
                  <a:gd name="connsiteY11" fmla="*/ 114 h 6199198"/>
                  <a:gd name="connsiteX12" fmla="*/ 2958949 w 5448037"/>
                  <a:gd name="connsiteY12" fmla="*/ 74 h 6199198"/>
                  <a:gd name="connsiteX13" fmla="*/ 2959004 w 5448037"/>
                  <a:gd name="connsiteY13" fmla="*/ 75 h 6199198"/>
                  <a:gd name="connsiteX14" fmla="*/ 2958977 w 5448037"/>
                  <a:gd name="connsiteY14" fmla="*/ 114 h 6199198"/>
                  <a:gd name="connsiteX15" fmla="*/ 2958949 w 5448037"/>
                  <a:gd name="connsiteY15" fmla="*/ 74 h 6199198"/>
                  <a:gd name="connsiteX16" fmla="*/ 3336672 w 5448037"/>
                  <a:gd name="connsiteY16" fmla="*/ 0 h 6199198"/>
                  <a:gd name="connsiteX17" fmla="*/ 3336724 w 5448037"/>
                  <a:gd name="connsiteY17" fmla="*/ 75 h 6199198"/>
                  <a:gd name="connsiteX18" fmla="*/ 3147864 w 5448037"/>
                  <a:gd name="connsiteY18" fmla="*/ 36 h 6199198"/>
                  <a:gd name="connsiteX19" fmla="*/ 3336672 w 5448037"/>
                  <a:gd name="connsiteY19" fmla="*/ 0 h 6199198"/>
                  <a:gd name="connsiteX0" fmla="*/ 0 w 5400740"/>
                  <a:gd name="connsiteY0" fmla="*/ 1059640 h 3020378"/>
                  <a:gd name="connsiteX1" fmla="*/ 3654987 w 5400740"/>
                  <a:gd name="connsiteY1" fmla="*/ 1059640 h 3020378"/>
                  <a:gd name="connsiteX2" fmla="*/ 5028976 w 5400740"/>
                  <a:gd name="connsiteY2" fmla="*/ 3018153 h 3020378"/>
                  <a:gd name="connsiteX3" fmla="*/ 5400740 w 5400740"/>
                  <a:gd name="connsiteY3" fmla="*/ 3011352 h 3020378"/>
                  <a:gd name="connsiteX4" fmla="*/ 4032326 w 5400740"/>
                  <a:gd name="connsiteY4" fmla="*/ 1059640 h 3020378"/>
                  <a:gd name="connsiteX5" fmla="*/ 0 w 5400740"/>
                  <a:gd name="connsiteY5" fmla="*/ 1059640 h 3020378"/>
                  <a:gd name="connsiteX6" fmla="*/ 3289455 w 5400740"/>
                  <a:gd name="connsiteY6" fmla="*/ 114 h 3020378"/>
                  <a:gd name="connsiteX7" fmla="*/ 4032326 w 5400740"/>
                  <a:gd name="connsiteY7" fmla="*/ 1059640 h 3020378"/>
                  <a:gd name="connsiteX8" fmla="*/ 3654987 w 5400740"/>
                  <a:gd name="connsiteY8" fmla="*/ 1059640 h 3020378"/>
                  <a:gd name="connsiteX9" fmla="*/ 3100567 w 5400740"/>
                  <a:gd name="connsiteY9" fmla="*/ 269358 h 3020378"/>
                  <a:gd name="connsiteX10" fmla="*/ 3289455 w 5400740"/>
                  <a:gd name="connsiteY10" fmla="*/ 114 h 3020378"/>
                  <a:gd name="connsiteX11" fmla="*/ 2911652 w 5400740"/>
                  <a:gd name="connsiteY11" fmla="*/ 74 h 3020378"/>
                  <a:gd name="connsiteX12" fmla="*/ 2911707 w 5400740"/>
                  <a:gd name="connsiteY12" fmla="*/ 75 h 3020378"/>
                  <a:gd name="connsiteX13" fmla="*/ 2911680 w 5400740"/>
                  <a:gd name="connsiteY13" fmla="*/ 114 h 3020378"/>
                  <a:gd name="connsiteX14" fmla="*/ 2911652 w 5400740"/>
                  <a:gd name="connsiteY14" fmla="*/ 74 h 3020378"/>
                  <a:gd name="connsiteX15" fmla="*/ 3289375 w 5400740"/>
                  <a:gd name="connsiteY15" fmla="*/ 0 h 3020378"/>
                  <a:gd name="connsiteX16" fmla="*/ 3289427 w 5400740"/>
                  <a:gd name="connsiteY16" fmla="*/ 75 h 3020378"/>
                  <a:gd name="connsiteX17" fmla="*/ 3100567 w 5400740"/>
                  <a:gd name="connsiteY17" fmla="*/ 36 h 3020378"/>
                  <a:gd name="connsiteX18" fmla="*/ 3289375 w 5400740"/>
                  <a:gd name="connsiteY18" fmla="*/ 0 h 3020378"/>
                  <a:gd name="connsiteX0" fmla="*/ 1120674 w 2489088"/>
                  <a:gd name="connsiteY0" fmla="*/ 1059640 h 3020378"/>
                  <a:gd name="connsiteX1" fmla="*/ 743335 w 2489088"/>
                  <a:gd name="connsiteY1" fmla="*/ 1059640 h 3020378"/>
                  <a:gd name="connsiteX2" fmla="*/ 2117324 w 2489088"/>
                  <a:gd name="connsiteY2" fmla="*/ 3018153 h 3020378"/>
                  <a:gd name="connsiteX3" fmla="*/ 2489088 w 2489088"/>
                  <a:gd name="connsiteY3" fmla="*/ 3011352 h 3020378"/>
                  <a:gd name="connsiteX4" fmla="*/ 1120674 w 2489088"/>
                  <a:gd name="connsiteY4" fmla="*/ 1059640 h 3020378"/>
                  <a:gd name="connsiteX5" fmla="*/ 377803 w 2489088"/>
                  <a:gd name="connsiteY5" fmla="*/ 114 h 3020378"/>
                  <a:gd name="connsiteX6" fmla="*/ 1120674 w 2489088"/>
                  <a:gd name="connsiteY6" fmla="*/ 1059640 h 3020378"/>
                  <a:gd name="connsiteX7" fmla="*/ 743335 w 2489088"/>
                  <a:gd name="connsiteY7" fmla="*/ 1059640 h 3020378"/>
                  <a:gd name="connsiteX8" fmla="*/ 188915 w 2489088"/>
                  <a:gd name="connsiteY8" fmla="*/ 269358 h 3020378"/>
                  <a:gd name="connsiteX9" fmla="*/ 377803 w 2489088"/>
                  <a:gd name="connsiteY9" fmla="*/ 114 h 3020378"/>
                  <a:gd name="connsiteX10" fmla="*/ 0 w 2489088"/>
                  <a:gd name="connsiteY10" fmla="*/ 74 h 3020378"/>
                  <a:gd name="connsiteX11" fmla="*/ 55 w 2489088"/>
                  <a:gd name="connsiteY11" fmla="*/ 75 h 3020378"/>
                  <a:gd name="connsiteX12" fmla="*/ 28 w 2489088"/>
                  <a:gd name="connsiteY12" fmla="*/ 114 h 3020378"/>
                  <a:gd name="connsiteX13" fmla="*/ 0 w 2489088"/>
                  <a:gd name="connsiteY13" fmla="*/ 74 h 3020378"/>
                  <a:gd name="connsiteX14" fmla="*/ 377723 w 2489088"/>
                  <a:gd name="connsiteY14" fmla="*/ 0 h 3020378"/>
                  <a:gd name="connsiteX15" fmla="*/ 377775 w 2489088"/>
                  <a:gd name="connsiteY15" fmla="*/ 75 h 3020378"/>
                  <a:gd name="connsiteX16" fmla="*/ 188915 w 2489088"/>
                  <a:gd name="connsiteY16" fmla="*/ 36 h 3020378"/>
                  <a:gd name="connsiteX17" fmla="*/ 377723 w 2489088"/>
                  <a:gd name="connsiteY17" fmla="*/ 0 h 3020378"/>
                  <a:gd name="connsiteX0" fmla="*/ 1120674 w 2489088"/>
                  <a:gd name="connsiteY0" fmla="*/ 1059640 h 3011352"/>
                  <a:gd name="connsiteX1" fmla="*/ 743335 w 2489088"/>
                  <a:gd name="connsiteY1" fmla="*/ 1059640 h 3011352"/>
                  <a:gd name="connsiteX2" fmla="*/ 2489088 w 2489088"/>
                  <a:gd name="connsiteY2" fmla="*/ 3011352 h 3011352"/>
                  <a:gd name="connsiteX3" fmla="*/ 1120674 w 2489088"/>
                  <a:gd name="connsiteY3" fmla="*/ 1059640 h 3011352"/>
                  <a:gd name="connsiteX4" fmla="*/ 377803 w 2489088"/>
                  <a:gd name="connsiteY4" fmla="*/ 114 h 3011352"/>
                  <a:gd name="connsiteX5" fmla="*/ 1120674 w 2489088"/>
                  <a:gd name="connsiteY5" fmla="*/ 1059640 h 3011352"/>
                  <a:gd name="connsiteX6" fmla="*/ 743335 w 2489088"/>
                  <a:gd name="connsiteY6" fmla="*/ 1059640 h 3011352"/>
                  <a:gd name="connsiteX7" fmla="*/ 188915 w 2489088"/>
                  <a:gd name="connsiteY7" fmla="*/ 269358 h 3011352"/>
                  <a:gd name="connsiteX8" fmla="*/ 377803 w 2489088"/>
                  <a:gd name="connsiteY8" fmla="*/ 114 h 3011352"/>
                  <a:gd name="connsiteX9" fmla="*/ 0 w 2489088"/>
                  <a:gd name="connsiteY9" fmla="*/ 74 h 3011352"/>
                  <a:gd name="connsiteX10" fmla="*/ 55 w 2489088"/>
                  <a:gd name="connsiteY10" fmla="*/ 75 h 3011352"/>
                  <a:gd name="connsiteX11" fmla="*/ 28 w 2489088"/>
                  <a:gd name="connsiteY11" fmla="*/ 114 h 3011352"/>
                  <a:gd name="connsiteX12" fmla="*/ 0 w 2489088"/>
                  <a:gd name="connsiteY12" fmla="*/ 74 h 3011352"/>
                  <a:gd name="connsiteX13" fmla="*/ 377723 w 2489088"/>
                  <a:gd name="connsiteY13" fmla="*/ 0 h 3011352"/>
                  <a:gd name="connsiteX14" fmla="*/ 377775 w 2489088"/>
                  <a:gd name="connsiteY14" fmla="*/ 75 h 3011352"/>
                  <a:gd name="connsiteX15" fmla="*/ 188915 w 2489088"/>
                  <a:gd name="connsiteY15" fmla="*/ 36 h 3011352"/>
                  <a:gd name="connsiteX16" fmla="*/ 377723 w 2489088"/>
                  <a:gd name="connsiteY16" fmla="*/ 0 h 3011352"/>
                  <a:gd name="connsiteX0" fmla="*/ 1120674 w 1120674"/>
                  <a:gd name="connsiteY0" fmla="*/ 1059640 h 1059640"/>
                  <a:gd name="connsiteX1" fmla="*/ 743335 w 1120674"/>
                  <a:gd name="connsiteY1" fmla="*/ 1059640 h 1059640"/>
                  <a:gd name="connsiteX2" fmla="*/ 1120674 w 1120674"/>
                  <a:gd name="connsiteY2" fmla="*/ 1059640 h 1059640"/>
                  <a:gd name="connsiteX3" fmla="*/ 377803 w 1120674"/>
                  <a:gd name="connsiteY3" fmla="*/ 114 h 1059640"/>
                  <a:gd name="connsiteX4" fmla="*/ 1120674 w 1120674"/>
                  <a:gd name="connsiteY4" fmla="*/ 1059640 h 1059640"/>
                  <a:gd name="connsiteX5" fmla="*/ 743335 w 1120674"/>
                  <a:gd name="connsiteY5" fmla="*/ 1059640 h 1059640"/>
                  <a:gd name="connsiteX6" fmla="*/ 188915 w 1120674"/>
                  <a:gd name="connsiteY6" fmla="*/ 269358 h 1059640"/>
                  <a:gd name="connsiteX7" fmla="*/ 377803 w 1120674"/>
                  <a:gd name="connsiteY7" fmla="*/ 114 h 1059640"/>
                  <a:gd name="connsiteX8" fmla="*/ 0 w 1120674"/>
                  <a:gd name="connsiteY8" fmla="*/ 74 h 1059640"/>
                  <a:gd name="connsiteX9" fmla="*/ 55 w 1120674"/>
                  <a:gd name="connsiteY9" fmla="*/ 75 h 1059640"/>
                  <a:gd name="connsiteX10" fmla="*/ 28 w 1120674"/>
                  <a:gd name="connsiteY10" fmla="*/ 114 h 1059640"/>
                  <a:gd name="connsiteX11" fmla="*/ 0 w 1120674"/>
                  <a:gd name="connsiteY11" fmla="*/ 74 h 1059640"/>
                  <a:gd name="connsiteX12" fmla="*/ 377723 w 1120674"/>
                  <a:gd name="connsiteY12" fmla="*/ 0 h 1059640"/>
                  <a:gd name="connsiteX13" fmla="*/ 377775 w 1120674"/>
                  <a:gd name="connsiteY13" fmla="*/ 75 h 1059640"/>
                  <a:gd name="connsiteX14" fmla="*/ 188915 w 1120674"/>
                  <a:gd name="connsiteY14" fmla="*/ 36 h 1059640"/>
                  <a:gd name="connsiteX15" fmla="*/ 377723 w 1120674"/>
                  <a:gd name="connsiteY15" fmla="*/ 0 h 1059640"/>
                  <a:gd name="connsiteX0" fmla="*/ 1120674 w 1120674"/>
                  <a:gd name="connsiteY0" fmla="*/ 1059640 h 1059640"/>
                  <a:gd name="connsiteX1" fmla="*/ 743335 w 1120674"/>
                  <a:gd name="connsiteY1" fmla="*/ 1059640 h 1059640"/>
                  <a:gd name="connsiteX2" fmla="*/ 1120674 w 1120674"/>
                  <a:gd name="connsiteY2" fmla="*/ 1059640 h 1059640"/>
                  <a:gd name="connsiteX3" fmla="*/ 377803 w 1120674"/>
                  <a:gd name="connsiteY3" fmla="*/ 114 h 1059640"/>
                  <a:gd name="connsiteX4" fmla="*/ 1120674 w 1120674"/>
                  <a:gd name="connsiteY4" fmla="*/ 1059640 h 1059640"/>
                  <a:gd name="connsiteX5" fmla="*/ 743335 w 1120674"/>
                  <a:gd name="connsiteY5" fmla="*/ 1059640 h 1059640"/>
                  <a:gd name="connsiteX6" fmla="*/ 188915 w 1120674"/>
                  <a:gd name="connsiteY6" fmla="*/ 269358 h 1059640"/>
                  <a:gd name="connsiteX7" fmla="*/ 377803 w 1120674"/>
                  <a:gd name="connsiteY7" fmla="*/ 114 h 1059640"/>
                  <a:gd name="connsiteX8" fmla="*/ 0 w 1120674"/>
                  <a:gd name="connsiteY8" fmla="*/ 74 h 1059640"/>
                  <a:gd name="connsiteX9" fmla="*/ 55 w 1120674"/>
                  <a:gd name="connsiteY9" fmla="*/ 75 h 1059640"/>
                  <a:gd name="connsiteX10" fmla="*/ 28 w 1120674"/>
                  <a:gd name="connsiteY10" fmla="*/ 114 h 1059640"/>
                  <a:gd name="connsiteX11" fmla="*/ 0 w 1120674"/>
                  <a:gd name="connsiteY11" fmla="*/ 74 h 1059640"/>
                  <a:gd name="connsiteX12" fmla="*/ 377723 w 1120674"/>
                  <a:gd name="connsiteY12" fmla="*/ 0 h 1059640"/>
                  <a:gd name="connsiteX13" fmla="*/ 377775 w 1120674"/>
                  <a:gd name="connsiteY13" fmla="*/ 75 h 1059640"/>
                  <a:gd name="connsiteX14" fmla="*/ 377723 w 1120674"/>
                  <a:gd name="connsiteY14" fmla="*/ 0 h 1059640"/>
                  <a:gd name="connsiteX0" fmla="*/ 1120646 w 1120646"/>
                  <a:gd name="connsiteY0" fmla="*/ 1059640 h 1059640"/>
                  <a:gd name="connsiteX1" fmla="*/ 743307 w 1120646"/>
                  <a:gd name="connsiteY1" fmla="*/ 1059640 h 1059640"/>
                  <a:gd name="connsiteX2" fmla="*/ 1120646 w 1120646"/>
                  <a:gd name="connsiteY2" fmla="*/ 1059640 h 1059640"/>
                  <a:gd name="connsiteX3" fmla="*/ 377775 w 1120646"/>
                  <a:gd name="connsiteY3" fmla="*/ 114 h 1059640"/>
                  <a:gd name="connsiteX4" fmla="*/ 1120646 w 1120646"/>
                  <a:gd name="connsiteY4" fmla="*/ 1059640 h 1059640"/>
                  <a:gd name="connsiteX5" fmla="*/ 743307 w 1120646"/>
                  <a:gd name="connsiteY5" fmla="*/ 1059640 h 1059640"/>
                  <a:gd name="connsiteX6" fmla="*/ 188887 w 1120646"/>
                  <a:gd name="connsiteY6" fmla="*/ 269358 h 1059640"/>
                  <a:gd name="connsiteX7" fmla="*/ 377775 w 1120646"/>
                  <a:gd name="connsiteY7" fmla="*/ 114 h 1059640"/>
                  <a:gd name="connsiteX8" fmla="*/ 0 w 1120646"/>
                  <a:gd name="connsiteY8" fmla="*/ 114 h 1059640"/>
                  <a:gd name="connsiteX9" fmla="*/ 27 w 1120646"/>
                  <a:gd name="connsiteY9" fmla="*/ 75 h 1059640"/>
                  <a:gd name="connsiteX10" fmla="*/ 0 w 1120646"/>
                  <a:gd name="connsiteY10" fmla="*/ 114 h 1059640"/>
                  <a:gd name="connsiteX11" fmla="*/ 377695 w 1120646"/>
                  <a:gd name="connsiteY11" fmla="*/ 0 h 1059640"/>
                  <a:gd name="connsiteX12" fmla="*/ 377747 w 1120646"/>
                  <a:gd name="connsiteY12" fmla="*/ 75 h 1059640"/>
                  <a:gd name="connsiteX13" fmla="*/ 377695 w 1120646"/>
                  <a:gd name="connsiteY13" fmla="*/ 0 h 1059640"/>
                  <a:gd name="connsiteX0" fmla="*/ 931759 w 931759"/>
                  <a:gd name="connsiteY0" fmla="*/ 1059640 h 1059640"/>
                  <a:gd name="connsiteX1" fmla="*/ 554420 w 931759"/>
                  <a:gd name="connsiteY1" fmla="*/ 1059640 h 1059640"/>
                  <a:gd name="connsiteX2" fmla="*/ 931759 w 931759"/>
                  <a:gd name="connsiteY2" fmla="*/ 1059640 h 1059640"/>
                  <a:gd name="connsiteX3" fmla="*/ 188888 w 931759"/>
                  <a:gd name="connsiteY3" fmla="*/ 114 h 1059640"/>
                  <a:gd name="connsiteX4" fmla="*/ 931759 w 931759"/>
                  <a:gd name="connsiteY4" fmla="*/ 1059640 h 1059640"/>
                  <a:gd name="connsiteX5" fmla="*/ 554420 w 931759"/>
                  <a:gd name="connsiteY5" fmla="*/ 1059640 h 1059640"/>
                  <a:gd name="connsiteX6" fmla="*/ 0 w 931759"/>
                  <a:gd name="connsiteY6" fmla="*/ 269358 h 1059640"/>
                  <a:gd name="connsiteX7" fmla="*/ 188888 w 931759"/>
                  <a:gd name="connsiteY7" fmla="*/ 114 h 1059640"/>
                  <a:gd name="connsiteX8" fmla="*/ 188808 w 931759"/>
                  <a:gd name="connsiteY8" fmla="*/ 0 h 1059640"/>
                  <a:gd name="connsiteX9" fmla="*/ 188860 w 931759"/>
                  <a:gd name="connsiteY9" fmla="*/ 75 h 1059640"/>
                  <a:gd name="connsiteX10" fmla="*/ 188808 w 931759"/>
                  <a:gd name="connsiteY10" fmla="*/ 0 h 105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759" h="1059640">
                    <a:moveTo>
                      <a:pt x="931759" y="1059640"/>
                    </a:moveTo>
                    <a:lnTo>
                      <a:pt x="554420" y="1059640"/>
                    </a:lnTo>
                    <a:lnTo>
                      <a:pt x="931759" y="1059640"/>
                    </a:lnTo>
                    <a:close/>
                    <a:moveTo>
                      <a:pt x="188888" y="114"/>
                    </a:moveTo>
                    <a:lnTo>
                      <a:pt x="931759" y="1059640"/>
                    </a:lnTo>
                    <a:lnTo>
                      <a:pt x="554420" y="1059640"/>
                    </a:lnTo>
                    <a:lnTo>
                      <a:pt x="0" y="269358"/>
                    </a:lnTo>
                    <a:lnTo>
                      <a:pt x="188888" y="114"/>
                    </a:lnTo>
                    <a:close/>
                    <a:moveTo>
                      <a:pt x="188808" y="0"/>
                    </a:moveTo>
                    <a:cubicBezTo>
                      <a:pt x="188825" y="25"/>
                      <a:pt x="188843" y="50"/>
                      <a:pt x="188860" y="75"/>
                    </a:cubicBezTo>
                    <a:cubicBezTo>
                      <a:pt x="188843" y="50"/>
                      <a:pt x="188825" y="25"/>
                      <a:pt x="188808"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40" name="Gruppieren 39"/>
            <p:cNvGrpSpPr/>
            <p:nvPr userDrawn="1"/>
          </p:nvGrpSpPr>
          <p:grpSpPr>
            <a:xfrm>
              <a:off x="805344" y="6079748"/>
              <a:ext cx="911251" cy="1025605"/>
              <a:chOff x="805344" y="6079748"/>
              <a:chExt cx="911251" cy="1025605"/>
            </a:xfrm>
          </p:grpSpPr>
          <p:sp>
            <p:nvSpPr>
              <p:cNvPr id="41" name="Flussdiagramm: Daten 6"/>
              <p:cNvSpPr/>
              <p:nvPr userDrawn="1"/>
            </p:nvSpPr>
            <p:spPr>
              <a:xfrm rot="7500000" flipV="1">
                <a:off x="562101" y="6322991"/>
                <a:ext cx="1025603" cy="539118"/>
              </a:xfrm>
              <a:custGeom>
                <a:avLst/>
                <a:gdLst>
                  <a:gd name="connsiteX0" fmla="*/ 6779499 w 6779499"/>
                  <a:gd name="connsiteY0" fmla="*/ 0 h 542702"/>
                  <a:gd name="connsiteX1" fmla="*/ 6750112 w 6779499"/>
                  <a:gd name="connsiteY1" fmla="*/ 40353 h 542702"/>
                  <a:gd name="connsiteX2" fmla="*/ 6779499 w 6779499"/>
                  <a:gd name="connsiteY2" fmla="*/ 0 h 542702"/>
                  <a:gd name="connsiteX3" fmla="*/ 377295 w 6779499"/>
                  <a:gd name="connsiteY3" fmla="*/ 3988 h 542702"/>
                  <a:gd name="connsiteX4" fmla="*/ 572636 w 6779499"/>
                  <a:gd name="connsiteY4" fmla="*/ 542186 h 542702"/>
                  <a:gd name="connsiteX5" fmla="*/ 648517 w 6779499"/>
                  <a:gd name="connsiteY5" fmla="*/ 542118 h 542702"/>
                  <a:gd name="connsiteX6" fmla="*/ 1025603 w 6779499"/>
                  <a:gd name="connsiteY6" fmla="*/ 3584 h 542702"/>
                  <a:gd name="connsiteX7" fmla="*/ 377295 w 6779499"/>
                  <a:gd name="connsiteY7" fmla="*/ 3988 h 542702"/>
                  <a:gd name="connsiteX8" fmla="*/ 54 w 6779499"/>
                  <a:gd name="connsiteY8" fmla="*/ 542621 h 542702"/>
                  <a:gd name="connsiteX9" fmla="*/ 0 w 6779499"/>
                  <a:gd name="connsiteY9" fmla="*/ 542700 h 542702"/>
                  <a:gd name="connsiteX10" fmla="*/ 84 w 6779499"/>
                  <a:gd name="connsiteY10" fmla="*/ 542702 h 542702"/>
                  <a:gd name="connsiteX11" fmla="*/ 54 w 6779499"/>
                  <a:gd name="connsiteY11" fmla="*/ 542621 h 542702"/>
                  <a:gd name="connsiteX12" fmla="*/ 377052 w 6779499"/>
                  <a:gd name="connsiteY12" fmla="*/ 3988 h 542702"/>
                  <a:gd name="connsiteX13" fmla="*/ 188579 w 6779499"/>
                  <a:gd name="connsiteY13" fmla="*/ 273267 h 542702"/>
                  <a:gd name="connsiteX14" fmla="*/ 377211 w 6779499"/>
                  <a:gd name="connsiteY14" fmla="*/ 3987 h 542702"/>
                  <a:gd name="connsiteX15" fmla="*/ 377052 w 6779499"/>
                  <a:gd name="connsiteY15" fmla="*/ 3988 h 542702"/>
                  <a:gd name="connsiteX0" fmla="*/ 377295 w 1025603"/>
                  <a:gd name="connsiteY0" fmla="*/ 404 h 539118"/>
                  <a:gd name="connsiteX1" fmla="*/ 572636 w 1025603"/>
                  <a:gd name="connsiteY1" fmla="*/ 538602 h 539118"/>
                  <a:gd name="connsiteX2" fmla="*/ 648517 w 1025603"/>
                  <a:gd name="connsiteY2" fmla="*/ 538534 h 539118"/>
                  <a:gd name="connsiteX3" fmla="*/ 1025603 w 1025603"/>
                  <a:gd name="connsiteY3" fmla="*/ 0 h 539118"/>
                  <a:gd name="connsiteX4" fmla="*/ 377295 w 1025603"/>
                  <a:gd name="connsiteY4" fmla="*/ 404 h 539118"/>
                  <a:gd name="connsiteX5" fmla="*/ 54 w 1025603"/>
                  <a:gd name="connsiteY5" fmla="*/ 539037 h 539118"/>
                  <a:gd name="connsiteX6" fmla="*/ 0 w 1025603"/>
                  <a:gd name="connsiteY6" fmla="*/ 539116 h 539118"/>
                  <a:gd name="connsiteX7" fmla="*/ 84 w 1025603"/>
                  <a:gd name="connsiteY7" fmla="*/ 539118 h 539118"/>
                  <a:gd name="connsiteX8" fmla="*/ 54 w 1025603"/>
                  <a:gd name="connsiteY8" fmla="*/ 539037 h 539118"/>
                  <a:gd name="connsiteX9" fmla="*/ 377052 w 1025603"/>
                  <a:gd name="connsiteY9" fmla="*/ 404 h 539118"/>
                  <a:gd name="connsiteX10" fmla="*/ 188579 w 1025603"/>
                  <a:gd name="connsiteY10" fmla="*/ 269683 h 539118"/>
                  <a:gd name="connsiteX11" fmla="*/ 377211 w 1025603"/>
                  <a:gd name="connsiteY11" fmla="*/ 403 h 539118"/>
                  <a:gd name="connsiteX12" fmla="*/ 377052 w 1025603"/>
                  <a:gd name="connsiteY12" fmla="*/ 404 h 539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5603" h="539118">
                    <a:moveTo>
                      <a:pt x="377295" y="404"/>
                    </a:moveTo>
                    <a:lnTo>
                      <a:pt x="572636" y="538602"/>
                    </a:lnTo>
                    <a:lnTo>
                      <a:pt x="648517" y="538534"/>
                    </a:lnTo>
                    <a:lnTo>
                      <a:pt x="1025603" y="0"/>
                    </a:lnTo>
                    <a:lnTo>
                      <a:pt x="377295" y="404"/>
                    </a:lnTo>
                    <a:close/>
                    <a:moveTo>
                      <a:pt x="54" y="539037"/>
                    </a:moveTo>
                    <a:cubicBezTo>
                      <a:pt x="36" y="539063"/>
                      <a:pt x="18" y="539090"/>
                      <a:pt x="0" y="539116"/>
                    </a:cubicBezTo>
                    <a:cubicBezTo>
                      <a:pt x="28" y="539117"/>
                      <a:pt x="56" y="539117"/>
                      <a:pt x="84" y="539118"/>
                    </a:cubicBezTo>
                    <a:lnTo>
                      <a:pt x="54" y="539037"/>
                    </a:lnTo>
                    <a:close/>
                    <a:moveTo>
                      <a:pt x="377052" y="404"/>
                    </a:moveTo>
                    <a:lnTo>
                      <a:pt x="188579" y="269683"/>
                    </a:lnTo>
                    <a:lnTo>
                      <a:pt x="377211" y="403"/>
                    </a:lnTo>
                    <a:lnTo>
                      <a:pt x="377052" y="404"/>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Flussdiagramm: Daten 6"/>
              <p:cNvSpPr/>
              <p:nvPr userDrawn="1"/>
            </p:nvSpPr>
            <p:spPr>
              <a:xfrm rot="14100000" flipH="1" flipV="1">
                <a:off x="934236" y="6322993"/>
                <a:ext cx="1025602" cy="539117"/>
              </a:xfrm>
              <a:custGeom>
                <a:avLst/>
                <a:gdLst/>
                <a:ahLst/>
                <a:cxnLst/>
                <a:rect l="l" t="t" r="r" b="b"/>
                <a:pathLst>
                  <a:path w="1025602" h="539117">
                    <a:moveTo>
                      <a:pt x="377297" y="404"/>
                    </a:moveTo>
                    <a:lnTo>
                      <a:pt x="1025602" y="0"/>
                    </a:lnTo>
                    <a:lnTo>
                      <a:pt x="648516" y="538535"/>
                    </a:lnTo>
                    <a:lnTo>
                      <a:pt x="572638" y="538603"/>
                    </a:lnTo>
                    <a:close/>
                    <a:moveTo>
                      <a:pt x="0" y="539117"/>
                    </a:moveTo>
                    <a:lnTo>
                      <a:pt x="57" y="539038"/>
                    </a:lnTo>
                    <a:lnTo>
                      <a:pt x="86" y="539117"/>
                    </a:lnTo>
                    <a:close/>
                    <a:moveTo>
                      <a:pt x="377053" y="404"/>
                    </a:moveTo>
                    <a:lnTo>
                      <a:pt x="377213" y="404"/>
                    </a:lnTo>
                    <a:lnTo>
                      <a:pt x="188581" y="269683"/>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Flussdiagramm: Daten 6"/>
              <p:cNvSpPr/>
              <p:nvPr userDrawn="1"/>
            </p:nvSpPr>
            <p:spPr>
              <a:xfrm rot="7500000" flipV="1">
                <a:off x="918665" y="6137807"/>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grpSp>
        <p:nvGrpSpPr>
          <p:cNvPr id="50" name="Gruppieren 49"/>
          <p:cNvGrpSpPr/>
          <p:nvPr userDrawn="1"/>
        </p:nvGrpSpPr>
        <p:grpSpPr>
          <a:xfrm>
            <a:off x="5096180" y="-364099"/>
            <a:ext cx="7116058" cy="5747957"/>
            <a:chOff x="5096181" y="-364099"/>
            <a:chExt cx="7116058" cy="5747957"/>
          </a:xfrm>
        </p:grpSpPr>
        <p:grpSp>
          <p:nvGrpSpPr>
            <p:cNvPr id="51" name="Gruppieren 50"/>
            <p:cNvGrpSpPr/>
            <p:nvPr userDrawn="1"/>
          </p:nvGrpSpPr>
          <p:grpSpPr>
            <a:xfrm>
              <a:off x="7412564" y="0"/>
              <a:ext cx="4799675" cy="5383858"/>
              <a:chOff x="7412564" y="0"/>
              <a:chExt cx="4799675" cy="5383858"/>
            </a:xfrm>
          </p:grpSpPr>
          <p:sp>
            <p:nvSpPr>
              <p:cNvPr id="76" name="Flussdiagramm: Daten 6"/>
              <p:cNvSpPr/>
              <p:nvPr userDrawn="1"/>
            </p:nvSpPr>
            <p:spPr>
              <a:xfrm rot="18300000" flipV="1">
                <a:off x="11138042" y="4789119"/>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7" name="Rechteck 64"/>
              <p:cNvSpPr/>
              <p:nvPr userDrawn="1"/>
            </p:nvSpPr>
            <p:spPr>
              <a:xfrm>
                <a:off x="7412564" y="0"/>
                <a:ext cx="4323966" cy="5163263"/>
              </a:xfrm>
              <a:custGeom>
                <a:avLst/>
                <a:gdLst/>
                <a:ahLst/>
                <a:cxnLst/>
                <a:rect l="l" t="t" r="r" b="b"/>
                <a:pathLst>
                  <a:path w="4323966" h="5163263">
                    <a:moveTo>
                      <a:pt x="3620052" y="5163123"/>
                    </a:moveTo>
                    <a:lnTo>
                      <a:pt x="3971956" y="5163193"/>
                    </a:lnTo>
                    <a:lnTo>
                      <a:pt x="3620150" y="5163263"/>
                    </a:lnTo>
                    <a:close/>
                    <a:moveTo>
                      <a:pt x="4323914" y="5163049"/>
                    </a:moveTo>
                    <a:lnTo>
                      <a:pt x="4323966" y="5163124"/>
                    </a:lnTo>
                    <a:lnTo>
                      <a:pt x="4323863" y="5163123"/>
                    </a:lnTo>
                    <a:close/>
                    <a:moveTo>
                      <a:pt x="0" y="0"/>
                    </a:moveTo>
                    <a:lnTo>
                      <a:pt x="701793" y="0"/>
                    </a:lnTo>
                    <a:lnTo>
                      <a:pt x="3971956" y="4661361"/>
                    </a:lnTo>
                    <a:lnTo>
                      <a:pt x="3620000" y="5163049"/>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78" name="Rechteck 70"/>
              <p:cNvSpPr/>
              <p:nvPr userDrawn="1"/>
            </p:nvSpPr>
            <p:spPr>
              <a:xfrm>
                <a:off x="11032510" y="3481511"/>
                <a:ext cx="1179729" cy="1681751"/>
              </a:xfrm>
              <a:custGeom>
                <a:avLst/>
                <a:gdLst/>
                <a:ahLst/>
                <a:cxnLst/>
                <a:rect l="l" t="t" r="r" b="b"/>
                <a:pathLst>
                  <a:path w="1179729" h="1681751">
                    <a:moveTo>
                      <a:pt x="703915" y="1681612"/>
                    </a:moveTo>
                    <a:lnTo>
                      <a:pt x="703816" y="1681751"/>
                    </a:lnTo>
                    <a:lnTo>
                      <a:pt x="352009" y="1681682"/>
                    </a:lnTo>
                    <a:close/>
                    <a:moveTo>
                      <a:pt x="51" y="1681538"/>
                    </a:moveTo>
                    <a:lnTo>
                      <a:pt x="103" y="1681611"/>
                    </a:lnTo>
                    <a:lnTo>
                      <a:pt x="0" y="1681612"/>
                    </a:lnTo>
                    <a:close/>
                    <a:moveTo>
                      <a:pt x="1179729" y="0"/>
                    </a:moveTo>
                    <a:lnTo>
                      <a:pt x="1179729" y="1002978"/>
                    </a:lnTo>
                    <a:lnTo>
                      <a:pt x="703966" y="1681538"/>
                    </a:lnTo>
                    <a:lnTo>
                      <a:pt x="352009" y="117985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2" name="Gruppieren 51"/>
            <p:cNvGrpSpPr/>
            <p:nvPr userDrawn="1"/>
          </p:nvGrpSpPr>
          <p:grpSpPr>
            <a:xfrm>
              <a:off x="5096181" y="-364099"/>
              <a:ext cx="2182565" cy="2194247"/>
              <a:chOff x="5096181" y="-364099"/>
              <a:chExt cx="2182565" cy="2194247"/>
            </a:xfrm>
          </p:grpSpPr>
          <p:sp>
            <p:nvSpPr>
              <p:cNvPr id="73" name="Flussdiagramm: Daten 6"/>
              <p:cNvSpPr/>
              <p:nvPr userDrawn="1"/>
            </p:nvSpPr>
            <p:spPr>
              <a:xfrm rot="3300000" flipH="1" flipV="1">
                <a:off x="4287921" y="444161"/>
                <a:ext cx="2194247" cy="577727"/>
              </a:xfrm>
              <a:custGeom>
                <a:avLst/>
                <a:gdLst/>
                <a:ahLst/>
                <a:cxnLst/>
                <a:rect l="l" t="t" r="r" b="b"/>
                <a:pathLst>
                  <a:path w="2194247" h="577727">
                    <a:moveTo>
                      <a:pt x="403750" y="1115"/>
                    </a:moveTo>
                    <a:lnTo>
                      <a:pt x="201848" y="289338"/>
                    </a:lnTo>
                    <a:lnTo>
                      <a:pt x="403580" y="1115"/>
                    </a:lnTo>
                    <a:close/>
                    <a:moveTo>
                      <a:pt x="92" y="577727"/>
                    </a:moveTo>
                    <a:lnTo>
                      <a:pt x="0" y="577727"/>
                    </a:lnTo>
                    <a:lnTo>
                      <a:pt x="60" y="577643"/>
                    </a:lnTo>
                    <a:close/>
                    <a:moveTo>
                      <a:pt x="2194247" y="0"/>
                    </a:moveTo>
                    <a:lnTo>
                      <a:pt x="1790844" y="576119"/>
                    </a:lnTo>
                    <a:lnTo>
                      <a:pt x="612925" y="577177"/>
                    </a:lnTo>
                    <a:lnTo>
                      <a:pt x="403841" y="1115"/>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4" name="Flussdiagramm: Daten 6"/>
              <p:cNvSpPr/>
              <p:nvPr userDrawn="1"/>
            </p:nvSpPr>
            <p:spPr>
              <a:xfrm rot="18300000" flipV="1">
                <a:off x="5652464" y="1092046"/>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5" name="Rechteck 58"/>
              <p:cNvSpPr/>
              <p:nvPr userDrawn="1"/>
            </p:nvSpPr>
            <p:spPr>
              <a:xfrm>
                <a:off x="5546932" y="0"/>
                <a:ext cx="1731814" cy="1466188"/>
              </a:xfrm>
              <a:custGeom>
                <a:avLst/>
                <a:gdLst/>
                <a:ahLst/>
                <a:cxnLst/>
                <a:rect l="l" t="t" r="r" b="b"/>
                <a:pathLst>
                  <a:path w="1731814" h="1466188">
                    <a:moveTo>
                      <a:pt x="703915" y="1466049"/>
                    </a:moveTo>
                    <a:lnTo>
                      <a:pt x="703816" y="1466188"/>
                    </a:lnTo>
                    <a:lnTo>
                      <a:pt x="352009" y="1466120"/>
                    </a:lnTo>
                    <a:close/>
                    <a:moveTo>
                      <a:pt x="51" y="1465976"/>
                    </a:moveTo>
                    <a:lnTo>
                      <a:pt x="103" y="1466049"/>
                    </a:lnTo>
                    <a:lnTo>
                      <a:pt x="0" y="1466049"/>
                    </a:lnTo>
                    <a:close/>
                    <a:moveTo>
                      <a:pt x="1028502" y="0"/>
                    </a:moveTo>
                    <a:lnTo>
                      <a:pt x="1731814" y="0"/>
                    </a:lnTo>
                    <a:lnTo>
                      <a:pt x="703966" y="1465976"/>
                    </a:lnTo>
                    <a:lnTo>
                      <a:pt x="352009" y="964288"/>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3" name="Gruppieren 52"/>
            <p:cNvGrpSpPr/>
            <p:nvPr userDrawn="1"/>
          </p:nvGrpSpPr>
          <p:grpSpPr>
            <a:xfrm>
              <a:off x="6940642" y="0"/>
              <a:ext cx="2274153" cy="1470862"/>
              <a:chOff x="6940642" y="0"/>
              <a:chExt cx="2274153" cy="1470862"/>
            </a:xfrm>
          </p:grpSpPr>
          <p:sp>
            <p:nvSpPr>
              <p:cNvPr id="70" name="Flussdiagramm: Daten 6"/>
              <p:cNvSpPr/>
              <p:nvPr userDrawn="1"/>
            </p:nvSpPr>
            <p:spPr>
              <a:xfrm rot="18300000" flipV="1">
                <a:off x="7945440" y="1151680"/>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1" name="Rechteck 61"/>
              <p:cNvSpPr/>
              <p:nvPr userDrawn="1"/>
            </p:nvSpPr>
            <p:spPr>
              <a:xfrm>
                <a:off x="6940642" y="0"/>
                <a:ext cx="1325990" cy="1352474"/>
              </a:xfrm>
              <a:custGeom>
                <a:avLst/>
                <a:gdLst/>
                <a:ahLst/>
                <a:cxnLst/>
                <a:rect l="l" t="t" r="r" b="b"/>
                <a:pathLst>
                  <a:path w="1325990" h="1352474">
                    <a:moveTo>
                      <a:pt x="948216" y="1352399"/>
                    </a:moveTo>
                    <a:lnTo>
                      <a:pt x="1137075" y="1352438"/>
                    </a:lnTo>
                    <a:lnTo>
                      <a:pt x="948268" y="1352474"/>
                    </a:lnTo>
                    <a:close/>
                    <a:moveTo>
                      <a:pt x="1325962" y="1352359"/>
                    </a:moveTo>
                    <a:lnTo>
                      <a:pt x="1325990" y="1352400"/>
                    </a:lnTo>
                    <a:lnTo>
                      <a:pt x="1325935" y="1352399"/>
                    </a:lnTo>
                    <a:close/>
                    <a:moveTo>
                      <a:pt x="0" y="0"/>
                    </a:moveTo>
                    <a:lnTo>
                      <a:pt x="377220" y="0"/>
                    </a:lnTo>
                    <a:lnTo>
                      <a:pt x="1137076" y="1083116"/>
                    </a:lnTo>
                    <a:lnTo>
                      <a:pt x="948188" y="135236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72" name="Rechteck 62"/>
              <p:cNvSpPr/>
              <p:nvPr userDrawn="1"/>
            </p:nvSpPr>
            <p:spPr>
              <a:xfrm>
                <a:off x="7888805" y="0"/>
                <a:ext cx="1325990" cy="1352475"/>
              </a:xfrm>
              <a:custGeom>
                <a:avLst/>
                <a:gdLst/>
                <a:ahLst/>
                <a:cxnLst/>
                <a:rect l="l" t="t" r="r" b="b"/>
                <a:pathLst>
                  <a:path w="1325990" h="1352475">
                    <a:moveTo>
                      <a:pt x="377774" y="1352400"/>
                    </a:moveTo>
                    <a:lnTo>
                      <a:pt x="377722" y="1352475"/>
                    </a:lnTo>
                    <a:lnTo>
                      <a:pt x="188914" y="1352438"/>
                    </a:lnTo>
                    <a:close/>
                    <a:moveTo>
                      <a:pt x="26" y="1352361"/>
                    </a:moveTo>
                    <a:lnTo>
                      <a:pt x="55" y="1352400"/>
                    </a:lnTo>
                    <a:lnTo>
                      <a:pt x="0" y="1352400"/>
                    </a:lnTo>
                    <a:close/>
                    <a:moveTo>
                      <a:pt x="948771" y="0"/>
                    </a:moveTo>
                    <a:lnTo>
                      <a:pt x="1325990" y="0"/>
                    </a:lnTo>
                    <a:lnTo>
                      <a:pt x="377802" y="1352361"/>
                    </a:lnTo>
                    <a:lnTo>
                      <a:pt x="188914" y="1083117"/>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4" name="Gruppieren 53"/>
            <p:cNvGrpSpPr/>
            <p:nvPr userDrawn="1"/>
          </p:nvGrpSpPr>
          <p:grpSpPr>
            <a:xfrm>
              <a:off x="9665525" y="0"/>
              <a:ext cx="2546714" cy="2285187"/>
              <a:chOff x="9665525" y="0"/>
              <a:chExt cx="2546714" cy="2285187"/>
            </a:xfrm>
          </p:grpSpPr>
          <p:sp>
            <p:nvSpPr>
              <p:cNvPr id="67" name="Flussdiagramm: Daten 6"/>
              <p:cNvSpPr/>
              <p:nvPr userDrawn="1"/>
            </p:nvSpPr>
            <p:spPr>
              <a:xfrm rot="18300000" flipV="1">
                <a:off x="11241275" y="1966005"/>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8" name="Rechteck 66"/>
              <p:cNvSpPr/>
              <p:nvPr userDrawn="1"/>
            </p:nvSpPr>
            <p:spPr>
              <a:xfrm>
                <a:off x="9665525" y="0"/>
                <a:ext cx="1896942" cy="2166799"/>
              </a:xfrm>
              <a:custGeom>
                <a:avLst/>
                <a:gdLst/>
                <a:ahLst/>
                <a:cxnLst/>
                <a:rect l="l" t="t" r="r" b="b"/>
                <a:pathLst>
                  <a:path w="1896942" h="2166799">
                    <a:moveTo>
                      <a:pt x="1519167" y="2166724"/>
                    </a:moveTo>
                    <a:lnTo>
                      <a:pt x="1708027" y="2166763"/>
                    </a:lnTo>
                    <a:lnTo>
                      <a:pt x="1519219" y="2166799"/>
                    </a:lnTo>
                    <a:close/>
                    <a:moveTo>
                      <a:pt x="1896914" y="2166684"/>
                    </a:moveTo>
                    <a:lnTo>
                      <a:pt x="1896942" y="2166725"/>
                    </a:lnTo>
                    <a:lnTo>
                      <a:pt x="1896887" y="2166724"/>
                    </a:lnTo>
                    <a:close/>
                    <a:moveTo>
                      <a:pt x="0" y="0"/>
                    </a:moveTo>
                    <a:lnTo>
                      <a:pt x="376883" y="0"/>
                    </a:lnTo>
                    <a:lnTo>
                      <a:pt x="1708027" y="1897441"/>
                    </a:lnTo>
                    <a:lnTo>
                      <a:pt x="1519139" y="2166685"/>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9" name="Rechteck 68"/>
              <p:cNvSpPr/>
              <p:nvPr userDrawn="1"/>
            </p:nvSpPr>
            <p:spPr>
              <a:xfrm>
                <a:off x="11184639" y="701962"/>
                <a:ext cx="1027600" cy="1464838"/>
              </a:xfrm>
              <a:custGeom>
                <a:avLst/>
                <a:gdLst/>
                <a:ahLst/>
                <a:cxnLst/>
                <a:rect l="l" t="t" r="r" b="b"/>
                <a:pathLst>
                  <a:path w="1027600" h="1464838">
                    <a:moveTo>
                      <a:pt x="377775" y="1464763"/>
                    </a:moveTo>
                    <a:lnTo>
                      <a:pt x="377723" y="1464838"/>
                    </a:lnTo>
                    <a:lnTo>
                      <a:pt x="188914" y="1464801"/>
                    </a:lnTo>
                    <a:close/>
                    <a:moveTo>
                      <a:pt x="27" y="1464723"/>
                    </a:moveTo>
                    <a:lnTo>
                      <a:pt x="55" y="1464763"/>
                    </a:lnTo>
                    <a:lnTo>
                      <a:pt x="0" y="1464763"/>
                    </a:lnTo>
                    <a:close/>
                    <a:moveTo>
                      <a:pt x="1027600" y="0"/>
                    </a:moveTo>
                    <a:lnTo>
                      <a:pt x="1027600" y="537945"/>
                    </a:lnTo>
                    <a:lnTo>
                      <a:pt x="377803" y="1464724"/>
                    </a:lnTo>
                    <a:lnTo>
                      <a:pt x="188915" y="1195480"/>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5" name="Gruppieren 54"/>
            <p:cNvGrpSpPr/>
            <p:nvPr userDrawn="1"/>
          </p:nvGrpSpPr>
          <p:grpSpPr>
            <a:xfrm>
              <a:off x="8669764" y="0"/>
              <a:ext cx="3542475" cy="3590769"/>
              <a:chOff x="8669764" y="0"/>
              <a:chExt cx="3542475" cy="3590769"/>
            </a:xfrm>
          </p:grpSpPr>
          <p:sp>
            <p:nvSpPr>
              <p:cNvPr id="64" name="Flussdiagramm: Daten 6"/>
              <p:cNvSpPr/>
              <p:nvPr userDrawn="1"/>
            </p:nvSpPr>
            <p:spPr>
              <a:xfrm rot="18300000" flipV="1">
                <a:off x="11138042" y="2996030"/>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5" name="Rechteck 65"/>
              <p:cNvSpPr/>
              <p:nvPr userDrawn="1"/>
            </p:nvSpPr>
            <p:spPr>
              <a:xfrm>
                <a:off x="8669764" y="0"/>
                <a:ext cx="3066766" cy="3370173"/>
              </a:xfrm>
              <a:custGeom>
                <a:avLst/>
                <a:gdLst/>
                <a:ahLst/>
                <a:cxnLst/>
                <a:rect l="l" t="t" r="r" b="b"/>
                <a:pathLst>
                  <a:path w="3066766" h="3370173">
                    <a:moveTo>
                      <a:pt x="2362852" y="3370034"/>
                    </a:moveTo>
                    <a:lnTo>
                      <a:pt x="2714756" y="3370104"/>
                    </a:lnTo>
                    <a:lnTo>
                      <a:pt x="2362950" y="3370173"/>
                    </a:lnTo>
                    <a:close/>
                    <a:moveTo>
                      <a:pt x="3066714" y="3369960"/>
                    </a:moveTo>
                    <a:lnTo>
                      <a:pt x="3066766" y="3370034"/>
                    </a:lnTo>
                    <a:lnTo>
                      <a:pt x="3066663" y="3370034"/>
                    </a:lnTo>
                    <a:close/>
                    <a:moveTo>
                      <a:pt x="0" y="0"/>
                    </a:moveTo>
                    <a:lnTo>
                      <a:pt x="702529" y="0"/>
                    </a:lnTo>
                    <a:lnTo>
                      <a:pt x="2714756" y="2868272"/>
                    </a:lnTo>
                    <a:lnTo>
                      <a:pt x="2362800" y="336995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6" name="Rechteck 69"/>
              <p:cNvSpPr/>
              <p:nvPr userDrawn="1"/>
            </p:nvSpPr>
            <p:spPr>
              <a:xfrm>
                <a:off x="11032510" y="1688422"/>
                <a:ext cx="1179729" cy="1681750"/>
              </a:xfrm>
              <a:custGeom>
                <a:avLst/>
                <a:gdLst/>
                <a:ahLst/>
                <a:cxnLst/>
                <a:rect l="l" t="t" r="r" b="b"/>
                <a:pathLst>
                  <a:path w="1179729" h="1681750">
                    <a:moveTo>
                      <a:pt x="703915" y="1681611"/>
                    </a:moveTo>
                    <a:lnTo>
                      <a:pt x="703816" y="1681750"/>
                    </a:lnTo>
                    <a:lnTo>
                      <a:pt x="352009" y="1681681"/>
                    </a:lnTo>
                    <a:close/>
                    <a:moveTo>
                      <a:pt x="51" y="1681538"/>
                    </a:moveTo>
                    <a:lnTo>
                      <a:pt x="103" y="1681611"/>
                    </a:lnTo>
                    <a:lnTo>
                      <a:pt x="0" y="1681611"/>
                    </a:lnTo>
                    <a:close/>
                    <a:moveTo>
                      <a:pt x="1179729" y="0"/>
                    </a:moveTo>
                    <a:lnTo>
                      <a:pt x="1179729" y="1002977"/>
                    </a:lnTo>
                    <a:lnTo>
                      <a:pt x="703966" y="1681538"/>
                    </a:lnTo>
                    <a:lnTo>
                      <a:pt x="352009" y="117985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6" name="Gruppieren 55"/>
            <p:cNvGrpSpPr/>
            <p:nvPr userDrawn="1"/>
          </p:nvGrpSpPr>
          <p:grpSpPr>
            <a:xfrm>
              <a:off x="6077931" y="0"/>
              <a:ext cx="4126388" cy="2661475"/>
              <a:chOff x="6077931" y="0"/>
              <a:chExt cx="4126388" cy="2661475"/>
            </a:xfrm>
          </p:grpSpPr>
          <p:sp>
            <p:nvSpPr>
              <p:cNvPr id="61" name="Flussdiagramm: Daten 6"/>
              <p:cNvSpPr/>
              <p:nvPr userDrawn="1"/>
            </p:nvSpPr>
            <p:spPr>
              <a:xfrm rot="18300000" flipV="1">
                <a:off x="7894647" y="2066736"/>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2" name="Rechteck 59"/>
              <p:cNvSpPr/>
              <p:nvPr userDrawn="1"/>
            </p:nvSpPr>
            <p:spPr>
              <a:xfrm>
                <a:off x="6077931" y="0"/>
                <a:ext cx="2415205" cy="2440879"/>
              </a:xfrm>
              <a:custGeom>
                <a:avLst/>
                <a:gdLst/>
                <a:ahLst/>
                <a:cxnLst/>
                <a:rect l="l" t="t" r="r" b="b"/>
                <a:pathLst>
                  <a:path w="2415205" h="2440879">
                    <a:moveTo>
                      <a:pt x="1711291" y="2440740"/>
                    </a:moveTo>
                    <a:lnTo>
                      <a:pt x="2063195" y="2440810"/>
                    </a:lnTo>
                    <a:lnTo>
                      <a:pt x="1711388" y="2440879"/>
                    </a:lnTo>
                    <a:close/>
                    <a:moveTo>
                      <a:pt x="2415153" y="2440666"/>
                    </a:moveTo>
                    <a:lnTo>
                      <a:pt x="2415205" y="2440740"/>
                    </a:lnTo>
                    <a:lnTo>
                      <a:pt x="2415102" y="2440740"/>
                    </a:lnTo>
                    <a:close/>
                    <a:moveTo>
                      <a:pt x="0" y="0"/>
                    </a:moveTo>
                    <a:lnTo>
                      <a:pt x="702911" y="0"/>
                    </a:lnTo>
                    <a:lnTo>
                      <a:pt x="2063195" y="1938978"/>
                    </a:lnTo>
                    <a:lnTo>
                      <a:pt x="1711238" y="2440665"/>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3" name="Rechteck 60"/>
              <p:cNvSpPr/>
              <p:nvPr userDrawn="1"/>
            </p:nvSpPr>
            <p:spPr>
              <a:xfrm>
                <a:off x="7789115" y="0"/>
                <a:ext cx="2415204" cy="2440878"/>
              </a:xfrm>
              <a:custGeom>
                <a:avLst/>
                <a:gdLst/>
                <a:ahLst/>
                <a:cxnLst/>
                <a:rect l="l" t="t" r="r" b="b"/>
                <a:pathLst>
                  <a:path w="2415204" h="2440878">
                    <a:moveTo>
                      <a:pt x="703915" y="2440739"/>
                    </a:moveTo>
                    <a:lnTo>
                      <a:pt x="703816" y="2440878"/>
                    </a:lnTo>
                    <a:lnTo>
                      <a:pt x="352009" y="2440809"/>
                    </a:lnTo>
                    <a:close/>
                    <a:moveTo>
                      <a:pt x="51" y="2440666"/>
                    </a:moveTo>
                    <a:lnTo>
                      <a:pt x="103" y="2440739"/>
                    </a:lnTo>
                    <a:lnTo>
                      <a:pt x="0" y="2440739"/>
                    </a:lnTo>
                    <a:close/>
                    <a:moveTo>
                      <a:pt x="1712292" y="0"/>
                    </a:moveTo>
                    <a:lnTo>
                      <a:pt x="2415204" y="0"/>
                    </a:lnTo>
                    <a:lnTo>
                      <a:pt x="703966" y="2440666"/>
                    </a:lnTo>
                    <a:lnTo>
                      <a:pt x="352009" y="193897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57" name="Gruppieren 56"/>
            <p:cNvGrpSpPr/>
            <p:nvPr userDrawn="1"/>
          </p:nvGrpSpPr>
          <p:grpSpPr>
            <a:xfrm>
              <a:off x="7411824" y="0"/>
              <a:ext cx="3795010" cy="2425160"/>
              <a:chOff x="7411824" y="0"/>
              <a:chExt cx="3795010" cy="2425160"/>
            </a:xfrm>
          </p:grpSpPr>
          <p:sp>
            <p:nvSpPr>
              <p:cNvPr id="58" name="Flussdiagramm: Daten 6"/>
              <p:cNvSpPr/>
              <p:nvPr userDrawn="1"/>
            </p:nvSpPr>
            <p:spPr>
              <a:xfrm rot="18300000" flipV="1">
                <a:off x="9062851" y="1830421"/>
                <a:ext cx="612864" cy="576614"/>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9" name="Rechteck 63"/>
              <p:cNvSpPr/>
              <p:nvPr userDrawn="1"/>
            </p:nvSpPr>
            <p:spPr>
              <a:xfrm>
                <a:off x="7411824" y="0"/>
                <a:ext cx="2249515" cy="2204564"/>
              </a:xfrm>
              <a:custGeom>
                <a:avLst/>
                <a:gdLst/>
                <a:ahLst/>
                <a:cxnLst/>
                <a:rect l="l" t="t" r="r" b="b"/>
                <a:pathLst>
                  <a:path w="2249515" h="2204564">
                    <a:moveTo>
                      <a:pt x="1545601" y="2204425"/>
                    </a:moveTo>
                    <a:lnTo>
                      <a:pt x="1897505" y="2204495"/>
                    </a:lnTo>
                    <a:lnTo>
                      <a:pt x="1545698" y="2204564"/>
                    </a:lnTo>
                    <a:close/>
                    <a:moveTo>
                      <a:pt x="2249463" y="2204351"/>
                    </a:moveTo>
                    <a:lnTo>
                      <a:pt x="2249515" y="2204425"/>
                    </a:lnTo>
                    <a:lnTo>
                      <a:pt x="2249412" y="2204425"/>
                    </a:lnTo>
                    <a:close/>
                    <a:moveTo>
                      <a:pt x="0" y="0"/>
                    </a:moveTo>
                    <a:lnTo>
                      <a:pt x="703008" y="0"/>
                    </a:lnTo>
                    <a:lnTo>
                      <a:pt x="1897505" y="1702663"/>
                    </a:lnTo>
                    <a:lnTo>
                      <a:pt x="1545549" y="220435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60" name="Rechteck 67"/>
              <p:cNvSpPr/>
              <p:nvPr userDrawn="1"/>
            </p:nvSpPr>
            <p:spPr>
              <a:xfrm>
                <a:off x="8957319" y="0"/>
                <a:ext cx="2249515" cy="2204563"/>
              </a:xfrm>
              <a:custGeom>
                <a:avLst/>
                <a:gdLst/>
                <a:ahLst/>
                <a:cxnLst/>
                <a:rect l="l" t="t" r="r" b="b"/>
                <a:pathLst>
                  <a:path w="2249515" h="2204563">
                    <a:moveTo>
                      <a:pt x="703915" y="2204424"/>
                    </a:moveTo>
                    <a:lnTo>
                      <a:pt x="703817" y="2204563"/>
                    </a:lnTo>
                    <a:lnTo>
                      <a:pt x="352009" y="2204494"/>
                    </a:lnTo>
                    <a:close/>
                    <a:moveTo>
                      <a:pt x="51" y="2204351"/>
                    </a:moveTo>
                    <a:lnTo>
                      <a:pt x="103" y="2204424"/>
                    </a:lnTo>
                    <a:lnTo>
                      <a:pt x="0" y="2204424"/>
                    </a:lnTo>
                    <a:close/>
                    <a:moveTo>
                      <a:pt x="1546507" y="0"/>
                    </a:moveTo>
                    <a:lnTo>
                      <a:pt x="2249515" y="0"/>
                    </a:lnTo>
                    <a:lnTo>
                      <a:pt x="703966" y="2204351"/>
                    </a:lnTo>
                    <a:lnTo>
                      <a:pt x="352009" y="1702663"/>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spTree>
    <p:extLst>
      <p:ext uri="{BB962C8B-B14F-4D97-AF65-F5344CB8AC3E}">
        <p14:creationId xmlns:p14="http://schemas.microsoft.com/office/powerpoint/2010/main" val="174920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PERATOR">
    <p:spTree>
      <p:nvGrpSpPr>
        <p:cNvPr id="1" name=""/>
        <p:cNvGrpSpPr/>
        <p:nvPr/>
      </p:nvGrpSpPr>
      <p:grpSpPr>
        <a:xfrm>
          <a:off x="0" y="0"/>
          <a:ext cx="0" cy="0"/>
          <a:chOff x="0" y="0"/>
          <a:chExt cx="0" cy="0"/>
        </a:xfrm>
      </p:grpSpPr>
      <p:sp>
        <p:nvSpPr>
          <p:cNvPr id="42" name="Titel 1"/>
          <p:cNvSpPr>
            <a:spLocks noGrp="1"/>
          </p:cNvSpPr>
          <p:nvPr>
            <p:ph type="title" hasCustomPrompt="1"/>
          </p:nvPr>
        </p:nvSpPr>
        <p:spPr>
          <a:xfrm>
            <a:off x="1073810" y="1006125"/>
            <a:ext cx="7920000" cy="1709843"/>
          </a:xfrm>
        </p:spPr>
        <p:txBody>
          <a:bodyPr tIns="0" anchor="b" anchorCtr="0">
            <a:noAutofit/>
          </a:bodyPr>
          <a:lstStyle>
            <a:lvl1pPr algn="l">
              <a:lnSpc>
                <a:spcPct val="80000"/>
              </a:lnSpc>
              <a:defRPr sz="6000" b="0" cap="none" baseline="0">
                <a:solidFill>
                  <a:schemeClr val="accent1">
                    <a:lumMod val="50000"/>
                  </a:schemeClr>
                </a:solidFill>
                <a:latin typeface="Bebas Neue" panose="020B0506020202020201" pitchFamily="34" charset="0"/>
              </a:defRPr>
            </a:lvl1pPr>
          </a:lstStyle>
          <a:p>
            <a:r>
              <a:rPr lang="de-DE" dirty="0" smtClean="0"/>
              <a:t>Free PowerPoint</a:t>
            </a:r>
            <a:br>
              <a:rPr lang="de-DE" dirty="0" smtClean="0"/>
            </a:br>
            <a:r>
              <a:rPr lang="de-DE" dirty="0" smtClean="0"/>
              <a:t>Template</a:t>
            </a:r>
            <a:endParaRPr lang="en-US" dirty="0"/>
          </a:p>
        </p:txBody>
      </p:sp>
      <p:sp>
        <p:nvSpPr>
          <p:cNvPr id="43" name="Textplatzhalter 2"/>
          <p:cNvSpPr>
            <a:spLocks noGrp="1"/>
          </p:cNvSpPr>
          <p:nvPr>
            <p:ph type="body" idx="1" hasCustomPrompt="1"/>
          </p:nvPr>
        </p:nvSpPr>
        <p:spPr>
          <a:xfrm>
            <a:off x="1073814" y="2715967"/>
            <a:ext cx="7920000" cy="666000"/>
          </a:xfrm>
          <a:prstGeom prst="rect">
            <a:avLst/>
          </a:prstGeom>
        </p:spPr>
        <p:txBody>
          <a:bodyPr anchor="t" anchorCtr="0"/>
          <a:lstStyle>
            <a:lvl1pPr marL="0" marR="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sz="3200">
                <a:solidFill>
                  <a:schemeClr val="tx1">
                    <a:lumMod val="50000"/>
                    <a:lumOff val="50000"/>
                  </a:schemeClr>
                </a:solidFill>
                <a:latin typeface="Calibri Light" panose="020F0302020204030204" pitchFamily="34" charset="0"/>
              </a:defRPr>
            </a:lvl1pPr>
            <a:lvl2pPr marL="457064" indent="0">
              <a:buNone/>
              <a:defRPr sz="1900">
                <a:solidFill>
                  <a:schemeClr val="tx1">
                    <a:tint val="75000"/>
                  </a:schemeClr>
                </a:solidFill>
              </a:defRPr>
            </a:lvl2pPr>
            <a:lvl3pPr marL="914127" indent="0">
              <a:buNone/>
              <a:defRPr sz="1600">
                <a:solidFill>
                  <a:schemeClr val="tx1">
                    <a:tint val="75000"/>
                  </a:schemeClr>
                </a:solidFill>
              </a:defRPr>
            </a:lvl3pPr>
            <a:lvl4pPr marL="1371190" indent="0">
              <a:buNone/>
              <a:defRPr sz="1500">
                <a:solidFill>
                  <a:schemeClr val="tx1">
                    <a:tint val="75000"/>
                  </a:schemeClr>
                </a:solidFill>
              </a:defRPr>
            </a:lvl4pPr>
            <a:lvl5pPr marL="1828252" indent="0">
              <a:buNone/>
              <a:defRPr sz="1500">
                <a:solidFill>
                  <a:schemeClr val="tx1">
                    <a:tint val="75000"/>
                  </a:schemeClr>
                </a:solidFill>
              </a:defRPr>
            </a:lvl5pPr>
            <a:lvl6pPr marL="2285314" indent="0">
              <a:buNone/>
              <a:defRPr sz="1500">
                <a:solidFill>
                  <a:schemeClr val="tx1">
                    <a:tint val="75000"/>
                  </a:schemeClr>
                </a:solidFill>
              </a:defRPr>
            </a:lvl6pPr>
            <a:lvl7pPr marL="2742378" indent="0">
              <a:buNone/>
              <a:defRPr sz="1500">
                <a:solidFill>
                  <a:schemeClr val="tx1">
                    <a:tint val="75000"/>
                  </a:schemeClr>
                </a:solidFill>
              </a:defRPr>
            </a:lvl7pPr>
            <a:lvl8pPr marL="3199440" indent="0">
              <a:buNone/>
              <a:defRPr sz="1500">
                <a:solidFill>
                  <a:schemeClr val="tx1">
                    <a:tint val="75000"/>
                  </a:schemeClr>
                </a:solidFill>
              </a:defRPr>
            </a:lvl8pPr>
            <a:lvl9pPr marL="3656504" indent="0">
              <a:buNone/>
              <a:defRPr sz="1500">
                <a:solidFill>
                  <a:schemeClr val="tx1">
                    <a:tint val="75000"/>
                  </a:schemeClr>
                </a:solidFill>
              </a:defRPr>
            </a:lvl9pPr>
          </a:lstStyle>
          <a:p>
            <a:pPr marL="0" marR="0" lvl="0" indent="0" algn="l" defTabSz="914127" rtl="0" eaLnBrk="1" fontAlgn="auto" latinLnBrk="0" hangingPunct="1">
              <a:lnSpc>
                <a:spcPct val="80000"/>
              </a:lnSpc>
              <a:spcBef>
                <a:spcPts val="0"/>
              </a:spcBef>
              <a:spcAft>
                <a:spcPts val="1000"/>
              </a:spcAft>
              <a:buClrTx/>
              <a:buSzTx/>
              <a:buFont typeface="Wingdings" panose="05000000000000000000" pitchFamily="2" charset="2"/>
              <a:buNone/>
              <a:tabLst/>
              <a:defRPr/>
            </a:pPr>
            <a:r>
              <a:rPr lang="de-DE" dirty="0" smtClean="0"/>
              <a:t>PRESENTATIONLOAD</a:t>
            </a:r>
          </a:p>
          <a:p>
            <a:pPr lvl="0"/>
            <a:endParaRPr lang="de-DE" dirty="0" smtClean="0"/>
          </a:p>
        </p:txBody>
      </p:sp>
      <p:grpSp>
        <p:nvGrpSpPr>
          <p:cNvPr id="5" name="Gruppieren 4"/>
          <p:cNvGrpSpPr/>
          <p:nvPr userDrawn="1"/>
        </p:nvGrpSpPr>
        <p:grpSpPr>
          <a:xfrm>
            <a:off x="6577432" y="3245473"/>
            <a:ext cx="5612981" cy="3612531"/>
            <a:chOff x="6577432" y="3245471"/>
            <a:chExt cx="5612981" cy="3612530"/>
          </a:xfrm>
        </p:grpSpPr>
        <p:grpSp>
          <p:nvGrpSpPr>
            <p:cNvPr id="4" name="Gruppieren 3"/>
            <p:cNvGrpSpPr/>
            <p:nvPr userDrawn="1"/>
          </p:nvGrpSpPr>
          <p:grpSpPr>
            <a:xfrm>
              <a:off x="7593020" y="3245471"/>
              <a:ext cx="4597393" cy="3612530"/>
              <a:chOff x="7593020" y="3245471"/>
              <a:chExt cx="4597393" cy="3612530"/>
            </a:xfrm>
          </p:grpSpPr>
          <p:sp>
            <p:nvSpPr>
              <p:cNvPr id="49" name="Flussdiagramm: Daten 6"/>
              <p:cNvSpPr/>
              <p:nvPr userDrawn="1"/>
            </p:nvSpPr>
            <p:spPr>
              <a:xfrm rot="14100000" flipH="1" flipV="1">
                <a:off x="10072040" y="3265255"/>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dirty="0"/>
              </a:p>
            </p:txBody>
          </p:sp>
          <p:sp>
            <p:nvSpPr>
              <p:cNvPr id="50" name="Rechteck 4"/>
              <p:cNvSpPr/>
              <p:nvPr userDrawn="1"/>
            </p:nvSpPr>
            <p:spPr>
              <a:xfrm>
                <a:off x="9956851" y="3486255"/>
                <a:ext cx="2233562" cy="3183919"/>
              </a:xfrm>
              <a:custGeom>
                <a:avLst/>
                <a:gdLst/>
                <a:ahLst/>
                <a:cxnLst/>
                <a:rect l="l" t="t" r="r" b="b"/>
                <a:pathLst>
                  <a:path w="2233562" h="3183919">
                    <a:moveTo>
                      <a:pt x="768385" y="232"/>
                    </a:moveTo>
                    <a:lnTo>
                      <a:pt x="2233562" y="2089951"/>
                    </a:lnTo>
                    <a:lnTo>
                      <a:pt x="2233562" y="3183919"/>
                    </a:lnTo>
                    <a:lnTo>
                      <a:pt x="384221" y="547828"/>
                    </a:lnTo>
                    <a:close/>
                    <a:moveTo>
                      <a:pt x="0" y="152"/>
                    </a:moveTo>
                    <a:lnTo>
                      <a:pt x="113" y="152"/>
                    </a:lnTo>
                    <a:lnTo>
                      <a:pt x="56" y="232"/>
                    </a:lnTo>
                    <a:close/>
                    <a:moveTo>
                      <a:pt x="768221" y="0"/>
                    </a:moveTo>
                    <a:lnTo>
                      <a:pt x="768328" y="152"/>
                    </a:lnTo>
                    <a:lnTo>
                      <a:pt x="384220" y="75"/>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51" name="Rechteck 90"/>
              <p:cNvSpPr/>
              <p:nvPr userDrawn="1"/>
            </p:nvSpPr>
            <p:spPr>
              <a:xfrm>
                <a:off x="7593020" y="3486254"/>
                <a:ext cx="3132274" cy="3371747"/>
              </a:xfrm>
              <a:custGeom>
                <a:avLst/>
                <a:gdLst/>
                <a:ahLst/>
                <a:cxnLst/>
                <a:rect l="l" t="t" r="r" b="b"/>
                <a:pathLst>
                  <a:path w="3132274" h="3371747">
                    <a:moveTo>
                      <a:pt x="2363890" y="233"/>
                    </a:moveTo>
                    <a:lnTo>
                      <a:pt x="2748053" y="547829"/>
                    </a:lnTo>
                    <a:lnTo>
                      <a:pt x="766942" y="3371747"/>
                    </a:lnTo>
                    <a:lnTo>
                      <a:pt x="0" y="3371747"/>
                    </a:lnTo>
                    <a:close/>
                    <a:moveTo>
                      <a:pt x="3132274" y="152"/>
                    </a:moveTo>
                    <a:lnTo>
                      <a:pt x="3132217" y="233"/>
                    </a:lnTo>
                    <a:lnTo>
                      <a:pt x="3132161" y="152"/>
                    </a:lnTo>
                    <a:close/>
                    <a:moveTo>
                      <a:pt x="2364053" y="0"/>
                    </a:moveTo>
                    <a:lnTo>
                      <a:pt x="2748053" y="76"/>
                    </a:lnTo>
                    <a:lnTo>
                      <a:pt x="2363946" y="152"/>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2" name="Gruppieren 1"/>
            <p:cNvGrpSpPr/>
            <p:nvPr userDrawn="1"/>
          </p:nvGrpSpPr>
          <p:grpSpPr>
            <a:xfrm>
              <a:off x="6577432" y="5180674"/>
              <a:ext cx="2563671" cy="1677327"/>
              <a:chOff x="6577432" y="5180674"/>
              <a:chExt cx="2563671" cy="1677327"/>
            </a:xfrm>
          </p:grpSpPr>
          <p:sp>
            <p:nvSpPr>
              <p:cNvPr id="46" name="Flussdiagramm: Daten 6"/>
              <p:cNvSpPr/>
              <p:nvPr userDrawn="1"/>
            </p:nvSpPr>
            <p:spPr>
              <a:xfrm rot="14100000" flipH="1" flipV="1">
                <a:off x="7726988" y="5190401"/>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dirty="0"/>
              </a:p>
            </p:txBody>
          </p:sp>
          <p:sp>
            <p:nvSpPr>
              <p:cNvPr id="47" name="Rechteck 89"/>
              <p:cNvSpPr/>
              <p:nvPr userDrawn="1"/>
            </p:nvSpPr>
            <p:spPr>
              <a:xfrm>
                <a:off x="7670354" y="5299062"/>
                <a:ext cx="1470749" cy="1558938"/>
              </a:xfrm>
              <a:custGeom>
                <a:avLst/>
                <a:gdLst/>
                <a:ahLst/>
                <a:cxnLst/>
                <a:rect l="l" t="t" r="r" b="b"/>
                <a:pathLst>
                  <a:path w="1470749" h="1558938">
                    <a:moveTo>
                      <a:pt x="377802" y="114"/>
                    </a:moveTo>
                    <a:lnTo>
                      <a:pt x="1470749" y="1558938"/>
                    </a:lnTo>
                    <a:lnTo>
                      <a:pt x="1093614" y="1558938"/>
                    </a:lnTo>
                    <a:lnTo>
                      <a:pt x="188914" y="269358"/>
                    </a:lnTo>
                    <a:close/>
                    <a:moveTo>
                      <a:pt x="0" y="75"/>
                    </a:moveTo>
                    <a:lnTo>
                      <a:pt x="55" y="75"/>
                    </a:lnTo>
                    <a:lnTo>
                      <a:pt x="26" y="115"/>
                    </a:lnTo>
                    <a:close/>
                    <a:moveTo>
                      <a:pt x="377722" y="0"/>
                    </a:moveTo>
                    <a:lnTo>
                      <a:pt x="377774" y="75"/>
                    </a:lnTo>
                    <a:lnTo>
                      <a:pt x="188914" y="3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48" name="Rechteck 91"/>
              <p:cNvSpPr/>
              <p:nvPr userDrawn="1"/>
            </p:nvSpPr>
            <p:spPr>
              <a:xfrm>
                <a:off x="6577432" y="5299064"/>
                <a:ext cx="1470748" cy="1558937"/>
              </a:xfrm>
              <a:custGeom>
                <a:avLst/>
                <a:gdLst/>
                <a:ahLst/>
                <a:cxnLst/>
                <a:rect l="l" t="t" r="r" b="b"/>
                <a:pathLst>
                  <a:path w="1470748" h="1558937">
                    <a:moveTo>
                      <a:pt x="1092946" y="114"/>
                    </a:moveTo>
                    <a:lnTo>
                      <a:pt x="1281834" y="269358"/>
                    </a:lnTo>
                    <a:lnTo>
                      <a:pt x="377134" y="1558937"/>
                    </a:lnTo>
                    <a:lnTo>
                      <a:pt x="0" y="1558937"/>
                    </a:lnTo>
                    <a:close/>
                    <a:moveTo>
                      <a:pt x="1470748" y="75"/>
                    </a:moveTo>
                    <a:lnTo>
                      <a:pt x="1470720" y="115"/>
                    </a:lnTo>
                    <a:lnTo>
                      <a:pt x="1470693" y="75"/>
                    </a:lnTo>
                    <a:close/>
                    <a:moveTo>
                      <a:pt x="1093026" y="0"/>
                    </a:moveTo>
                    <a:lnTo>
                      <a:pt x="1281833" y="37"/>
                    </a:lnTo>
                    <a:lnTo>
                      <a:pt x="1092974" y="75"/>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nvGrpSpPr>
            <p:cNvPr id="3" name="Gruppieren 2"/>
            <p:cNvGrpSpPr/>
            <p:nvPr userDrawn="1"/>
          </p:nvGrpSpPr>
          <p:grpSpPr>
            <a:xfrm>
              <a:off x="7702310" y="4699902"/>
              <a:ext cx="3394601" cy="2158099"/>
              <a:chOff x="7702310" y="4699902"/>
              <a:chExt cx="3394601" cy="2158099"/>
            </a:xfrm>
          </p:grpSpPr>
          <p:sp>
            <p:nvSpPr>
              <p:cNvPr id="25" name="Flussdiagramm: Daten 6"/>
              <p:cNvSpPr/>
              <p:nvPr userDrawn="1"/>
            </p:nvSpPr>
            <p:spPr>
              <a:xfrm rot="14100000" flipH="1" flipV="1">
                <a:off x="9169333" y="4716836"/>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dirty="0"/>
              </a:p>
            </p:txBody>
          </p:sp>
          <p:sp>
            <p:nvSpPr>
              <p:cNvPr id="44" name="Rechteck 87"/>
              <p:cNvSpPr/>
              <p:nvPr userDrawn="1"/>
            </p:nvSpPr>
            <p:spPr>
              <a:xfrm>
                <a:off x="9070737" y="4906000"/>
                <a:ext cx="2026174" cy="1952001"/>
              </a:xfrm>
              <a:custGeom>
                <a:avLst/>
                <a:gdLst/>
                <a:ahLst/>
                <a:cxnLst/>
                <a:rect l="l" t="t" r="r" b="b"/>
                <a:pathLst>
                  <a:path w="2026174" h="1952001">
                    <a:moveTo>
                      <a:pt x="657696" y="199"/>
                    </a:moveTo>
                    <a:lnTo>
                      <a:pt x="2026174" y="1952001"/>
                    </a:lnTo>
                    <a:lnTo>
                      <a:pt x="1369329" y="1952001"/>
                    </a:lnTo>
                    <a:lnTo>
                      <a:pt x="328872" y="468912"/>
                    </a:lnTo>
                    <a:close/>
                    <a:moveTo>
                      <a:pt x="96" y="130"/>
                    </a:moveTo>
                    <a:lnTo>
                      <a:pt x="48" y="200"/>
                    </a:lnTo>
                    <a:lnTo>
                      <a:pt x="0" y="130"/>
                    </a:lnTo>
                    <a:close/>
                    <a:moveTo>
                      <a:pt x="657556" y="0"/>
                    </a:moveTo>
                    <a:lnTo>
                      <a:pt x="657647" y="130"/>
                    </a:lnTo>
                    <a:lnTo>
                      <a:pt x="328872" y="65"/>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45" name="Rechteck 88"/>
              <p:cNvSpPr/>
              <p:nvPr userDrawn="1"/>
            </p:nvSpPr>
            <p:spPr>
              <a:xfrm>
                <a:off x="7702310" y="4906002"/>
                <a:ext cx="2026174" cy="1951999"/>
              </a:xfrm>
              <a:custGeom>
                <a:avLst/>
                <a:gdLst/>
                <a:ahLst/>
                <a:cxnLst/>
                <a:rect l="l" t="t" r="r" b="b"/>
                <a:pathLst>
                  <a:path w="2026174" h="1951999">
                    <a:moveTo>
                      <a:pt x="1368478" y="199"/>
                    </a:moveTo>
                    <a:lnTo>
                      <a:pt x="1697302" y="468912"/>
                    </a:lnTo>
                    <a:lnTo>
                      <a:pt x="656847" y="1951999"/>
                    </a:lnTo>
                    <a:lnTo>
                      <a:pt x="0" y="1951999"/>
                    </a:lnTo>
                    <a:close/>
                    <a:moveTo>
                      <a:pt x="2026174" y="130"/>
                    </a:moveTo>
                    <a:lnTo>
                      <a:pt x="2026125" y="199"/>
                    </a:lnTo>
                    <a:lnTo>
                      <a:pt x="2026077" y="130"/>
                    </a:lnTo>
                    <a:close/>
                    <a:moveTo>
                      <a:pt x="1368618" y="0"/>
                    </a:moveTo>
                    <a:lnTo>
                      <a:pt x="1697301" y="64"/>
                    </a:lnTo>
                    <a:lnTo>
                      <a:pt x="1368526" y="131"/>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grpSp>
      </p:grpSp>
    </p:spTree>
    <p:extLst>
      <p:ext uri="{BB962C8B-B14F-4D97-AF65-F5344CB8AC3E}">
        <p14:creationId xmlns:p14="http://schemas.microsoft.com/office/powerpoint/2010/main" val="121256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1">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lvl1pPr>
              <a:defRPr>
                <a:solidFill>
                  <a:schemeClr val="accent1">
                    <a:lumMod val="50000"/>
                  </a:schemeClr>
                </a:solidFill>
              </a:defRPr>
            </a:lvl1p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a:prstGeom prst="rect">
            <a:avLst/>
          </a:prstGeom>
        </p:spPr>
        <p:txBody>
          <a:bodyPr lIns="10798" anchor="t" anchorCtr="0"/>
          <a:lstStyle>
            <a:lvl1pPr marL="0" indent="0">
              <a:buNone/>
              <a:defRPr>
                <a:solidFill>
                  <a:schemeClr val="accent1">
                    <a:lumMod val="50000"/>
                  </a:schemeClr>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15"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
        <p:nvSpPr>
          <p:cNvPr id="17" name="Inhaltsplatzhalter 2"/>
          <p:cNvSpPr>
            <a:spLocks noGrp="1"/>
          </p:cNvSpPr>
          <p:nvPr>
            <p:ph idx="1"/>
          </p:nvPr>
        </p:nvSpPr>
        <p:spPr>
          <a:xfrm>
            <a:off x="516252" y="1483952"/>
            <a:ext cx="11134410" cy="4320000"/>
          </a:xfrm>
          <a:prstGeom prst="rect">
            <a:avLst/>
          </a:prstGeom>
          <a:noFill/>
        </p:spPr>
        <p:txBody>
          <a:bodyPr/>
          <a:lstStyle>
            <a:lvl1pPr>
              <a:defRPr sz="2300">
                <a:solidFill>
                  <a:schemeClr val="accent1">
                    <a:lumMod val="50000"/>
                  </a:schemeClr>
                </a:solidFill>
              </a:defRPr>
            </a:lvl1pPr>
            <a:lvl2pPr>
              <a:defRPr sz="2000">
                <a:solidFill>
                  <a:schemeClr val="accent1">
                    <a:lumMod val="50000"/>
                  </a:schemeClr>
                </a:solidFill>
              </a:defRPr>
            </a:lvl2pPr>
            <a:lvl3pPr>
              <a:defRPr sz="1900">
                <a:solidFill>
                  <a:schemeClr val="accent1">
                    <a:lumMod val="50000"/>
                  </a:schemeClr>
                </a:solidFill>
              </a:defRPr>
            </a:lvl3pPr>
            <a:lvl4pPr>
              <a:defRPr sz="1600">
                <a:solidFill>
                  <a:schemeClr val="accent1">
                    <a:lumMod val="50000"/>
                  </a:schemeClr>
                </a:solidFill>
              </a:defRPr>
            </a:lvl4pPr>
            <a:lvl5pPr>
              <a:defRPr sz="1600">
                <a:solidFill>
                  <a:schemeClr val="accent1">
                    <a:lumMod val="50000"/>
                  </a:schemeClr>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293553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lvl1pPr>
              <a:defRPr>
                <a:solidFill>
                  <a:schemeClr val="accent1">
                    <a:lumMod val="50000"/>
                  </a:schemeClr>
                </a:solidFill>
              </a:defRPr>
            </a:lvl1p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a:prstGeom prst="rect">
            <a:avLst/>
          </a:prstGeom>
        </p:spPr>
        <p:txBody>
          <a:bodyPr vert="horz" lIns="10798" tIns="0" rIns="0" bIns="0" rtlCol="0" anchor="t" anchorCtr="0">
            <a:noAutofit/>
          </a:bodyPr>
          <a:lstStyle>
            <a:lvl1pPr>
              <a:defRPr lang="en-US" noProof="1">
                <a:solidFill>
                  <a:schemeClr val="accent1">
                    <a:lumMod val="50000"/>
                  </a:schemeClr>
                </a:solidFill>
              </a:defRPr>
            </a:lvl1pPr>
          </a:lstStyle>
          <a:p>
            <a:pPr marL="0" lvl="0" indent="0">
              <a:buNone/>
            </a:pPr>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15"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
        <p:nvSpPr>
          <p:cNvPr id="17" name="Inhaltsplatzhalter 2"/>
          <p:cNvSpPr>
            <a:spLocks noGrp="1"/>
          </p:cNvSpPr>
          <p:nvPr>
            <p:ph idx="1"/>
          </p:nvPr>
        </p:nvSpPr>
        <p:spPr>
          <a:xfrm>
            <a:off x="516251" y="1483952"/>
            <a:ext cx="8460000" cy="4320000"/>
          </a:xfrm>
          <a:prstGeom prst="rect">
            <a:avLst/>
          </a:prstGeom>
          <a:noFill/>
        </p:spPr>
        <p:txBody>
          <a:bodyPr/>
          <a:lstStyle>
            <a:lvl1pPr>
              <a:defRPr sz="2300">
                <a:solidFill>
                  <a:schemeClr val="accent1">
                    <a:lumMod val="50000"/>
                  </a:schemeClr>
                </a:solidFill>
              </a:defRPr>
            </a:lvl1pPr>
            <a:lvl2pPr>
              <a:defRPr sz="2000">
                <a:solidFill>
                  <a:schemeClr val="accent1">
                    <a:lumMod val="50000"/>
                  </a:schemeClr>
                </a:solidFill>
              </a:defRPr>
            </a:lvl2pPr>
            <a:lvl3pPr>
              <a:defRPr sz="1900">
                <a:solidFill>
                  <a:schemeClr val="accent1">
                    <a:lumMod val="50000"/>
                  </a:schemeClr>
                </a:solidFill>
              </a:defRPr>
            </a:lvl3pPr>
            <a:lvl4pPr>
              <a:defRPr sz="1600">
                <a:solidFill>
                  <a:schemeClr val="accent1">
                    <a:lumMod val="50000"/>
                  </a:schemeClr>
                </a:solidFill>
              </a:defRPr>
            </a:lvl4pPr>
            <a:lvl5pPr>
              <a:defRPr sz="1600">
                <a:solidFill>
                  <a:schemeClr val="accent1">
                    <a:lumMod val="50000"/>
                  </a:schemeClr>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263474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lvl1pPr>
              <a:defRPr>
                <a:solidFill>
                  <a:schemeClr val="accent1">
                    <a:lumMod val="50000"/>
                  </a:schemeClr>
                </a:solidFill>
              </a:defRPr>
            </a:lvl1p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a:prstGeom prst="rect">
            <a:avLst/>
          </a:prstGeom>
        </p:spPr>
        <p:txBody>
          <a:bodyPr vert="horz" lIns="10798" tIns="0" rIns="0" bIns="0" rtlCol="0" anchor="t" anchorCtr="0">
            <a:noAutofit/>
          </a:bodyPr>
          <a:lstStyle>
            <a:lvl1pPr>
              <a:defRPr lang="en-US" noProof="1">
                <a:solidFill>
                  <a:schemeClr val="accent1">
                    <a:lumMod val="50000"/>
                  </a:schemeClr>
                </a:solidFill>
              </a:defRPr>
            </a:lvl1pPr>
          </a:lstStyle>
          <a:p>
            <a:pPr marL="0" lvl="0" indent="0">
              <a:buNone/>
            </a:pPr>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Inhaltsplatzhalter 2"/>
          <p:cNvSpPr>
            <a:spLocks noGrp="1"/>
          </p:cNvSpPr>
          <p:nvPr>
            <p:ph idx="15"/>
          </p:nvPr>
        </p:nvSpPr>
        <p:spPr>
          <a:xfrm>
            <a:off x="516252" y="1483952"/>
            <a:ext cx="5324764" cy="4320000"/>
          </a:xfrm>
          <a:prstGeom prst="rect">
            <a:avLst/>
          </a:prstGeom>
          <a:noFill/>
        </p:spPr>
        <p:txBody>
          <a:bodyPr/>
          <a:lstStyle>
            <a:lvl1pPr>
              <a:defRPr sz="2300">
                <a:solidFill>
                  <a:schemeClr val="accent1">
                    <a:lumMod val="50000"/>
                  </a:schemeClr>
                </a:solidFill>
              </a:defRPr>
            </a:lvl1pPr>
            <a:lvl2pPr>
              <a:defRPr sz="2000">
                <a:solidFill>
                  <a:schemeClr val="accent1">
                    <a:lumMod val="50000"/>
                  </a:schemeClr>
                </a:solidFill>
              </a:defRPr>
            </a:lvl2pPr>
            <a:lvl3pPr>
              <a:defRPr sz="1900">
                <a:solidFill>
                  <a:schemeClr val="accent1">
                    <a:lumMod val="50000"/>
                  </a:schemeClr>
                </a:solidFill>
              </a:defRPr>
            </a:lvl3pPr>
            <a:lvl4pPr>
              <a:defRPr sz="1600">
                <a:solidFill>
                  <a:schemeClr val="accent1">
                    <a:lumMod val="50000"/>
                  </a:schemeClr>
                </a:solidFill>
              </a:defRPr>
            </a:lvl4pPr>
            <a:lvl5pPr>
              <a:defRPr sz="1600">
                <a:solidFill>
                  <a:schemeClr val="accent1">
                    <a:lumMod val="50000"/>
                  </a:schemeClr>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5" name="Inhaltsplatzhalter 2"/>
          <p:cNvSpPr>
            <a:spLocks noGrp="1"/>
          </p:cNvSpPr>
          <p:nvPr>
            <p:ph idx="16"/>
          </p:nvPr>
        </p:nvSpPr>
        <p:spPr>
          <a:xfrm>
            <a:off x="6310800" y="1476439"/>
            <a:ext cx="5324764" cy="4320000"/>
          </a:xfrm>
          <a:prstGeom prst="rect">
            <a:avLst/>
          </a:prstGeom>
          <a:noFill/>
        </p:spPr>
        <p:txBody>
          <a:bodyPr/>
          <a:lstStyle>
            <a:lvl1pPr>
              <a:defRPr sz="2300">
                <a:solidFill>
                  <a:schemeClr val="accent1">
                    <a:lumMod val="50000"/>
                  </a:schemeClr>
                </a:solidFill>
              </a:defRPr>
            </a:lvl1pPr>
            <a:lvl2pPr>
              <a:defRPr sz="2000">
                <a:solidFill>
                  <a:schemeClr val="accent1">
                    <a:lumMod val="50000"/>
                  </a:schemeClr>
                </a:solidFill>
              </a:defRPr>
            </a:lvl2pPr>
            <a:lvl3pPr>
              <a:defRPr sz="1900">
                <a:solidFill>
                  <a:schemeClr val="accent1">
                    <a:lumMod val="50000"/>
                  </a:schemeClr>
                </a:solidFill>
              </a:defRPr>
            </a:lvl3pPr>
            <a:lvl4pPr>
              <a:defRPr sz="1600">
                <a:solidFill>
                  <a:schemeClr val="accent1">
                    <a:lumMod val="50000"/>
                  </a:schemeClr>
                </a:solidFill>
              </a:defRPr>
            </a:lvl4pPr>
            <a:lvl5pPr>
              <a:defRPr sz="1600">
                <a:solidFill>
                  <a:schemeClr val="accent1">
                    <a:lumMod val="50000"/>
                  </a:schemeClr>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6"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17"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1676426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255" y="410829"/>
            <a:ext cx="11134410" cy="1073123"/>
          </a:xfrm>
        </p:spPr>
        <p:txBody>
          <a:bodyPr/>
          <a:lstStyle>
            <a:lvl1pPr>
              <a:defRPr>
                <a:solidFill>
                  <a:schemeClr val="accent1">
                    <a:lumMod val="50000"/>
                  </a:schemeClr>
                </a:solidFill>
              </a:defRPr>
            </a:lvl1pPr>
          </a:lstStyle>
          <a:p>
            <a:r>
              <a:rPr lang="de-DE" dirty="0" smtClean="0"/>
              <a:t>TITELMASTERFORMAT DURCH KLICKEN BEARBEITEN</a:t>
            </a:r>
            <a:endParaRPr lang="en-US" dirty="0"/>
          </a:p>
        </p:txBody>
      </p:sp>
      <p:sp>
        <p:nvSpPr>
          <p:cNvPr id="13" name="Textplatzhalter 12"/>
          <p:cNvSpPr>
            <a:spLocks noGrp="1"/>
          </p:cNvSpPr>
          <p:nvPr>
            <p:ph type="body" sz="quarter" idx="13" hasCustomPrompt="1"/>
          </p:nvPr>
        </p:nvSpPr>
        <p:spPr>
          <a:xfrm>
            <a:off x="516255" y="942477"/>
            <a:ext cx="11134410" cy="541475"/>
          </a:xfrm>
          <a:prstGeom prst="rect">
            <a:avLst/>
          </a:prstGeom>
        </p:spPr>
        <p:txBody>
          <a:bodyPr vert="horz" lIns="10798" tIns="0" rIns="0" bIns="0" rtlCol="0" anchor="t" anchorCtr="0">
            <a:noAutofit/>
          </a:bodyPr>
          <a:lstStyle>
            <a:lvl1pPr>
              <a:defRPr lang="en-US" noProof="1">
                <a:solidFill>
                  <a:schemeClr val="accent1">
                    <a:lumMod val="50000"/>
                  </a:schemeClr>
                </a:solidFill>
              </a:defRPr>
            </a:lvl1pPr>
          </a:lstStyle>
          <a:p>
            <a:pPr marL="0" lvl="0" indent="0">
              <a:buNone/>
            </a:pPr>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4" name="Inhaltsplatzhalter 2"/>
          <p:cNvSpPr>
            <a:spLocks noGrp="1"/>
          </p:cNvSpPr>
          <p:nvPr>
            <p:ph idx="15"/>
          </p:nvPr>
        </p:nvSpPr>
        <p:spPr>
          <a:xfrm>
            <a:off x="516252" y="1483952"/>
            <a:ext cx="5324764" cy="4320000"/>
          </a:xfrm>
          <a:prstGeom prst="rect">
            <a:avLst/>
          </a:prstGeom>
          <a:noFill/>
        </p:spPr>
        <p:txBody>
          <a:bodyPr/>
          <a:lstStyle>
            <a:lvl1pPr>
              <a:defRPr sz="2300">
                <a:solidFill>
                  <a:schemeClr val="accent1">
                    <a:lumMod val="50000"/>
                  </a:schemeClr>
                </a:solidFill>
              </a:defRPr>
            </a:lvl1pPr>
            <a:lvl2pPr>
              <a:defRPr sz="2000">
                <a:solidFill>
                  <a:schemeClr val="accent1">
                    <a:lumMod val="50000"/>
                  </a:schemeClr>
                </a:solidFill>
              </a:defRPr>
            </a:lvl2pPr>
            <a:lvl3pPr>
              <a:defRPr sz="1900">
                <a:solidFill>
                  <a:schemeClr val="accent1">
                    <a:lumMod val="50000"/>
                  </a:schemeClr>
                </a:solidFill>
              </a:defRPr>
            </a:lvl3pPr>
            <a:lvl4pPr>
              <a:defRPr sz="1600">
                <a:solidFill>
                  <a:schemeClr val="accent1">
                    <a:lumMod val="50000"/>
                  </a:schemeClr>
                </a:solidFill>
              </a:defRPr>
            </a:lvl4pPr>
            <a:lvl5pPr>
              <a:defRPr sz="1600">
                <a:solidFill>
                  <a:schemeClr val="accent1">
                    <a:lumMod val="50000"/>
                  </a:schemeClr>
                </a:solidFill>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16"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17"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
        <p:nvSpPr>
          <p:cNvPr id="8" name="Bildplatzhalter 2"/>
          <p:cNvSpPr>
            <a:spLocks noGrp="1"/>
          </p:cNvSpPr>
          <p:nvPr>
            <p:ph type="pic" sz="quarter" idx="16"/>
          </p:nvPr>
        </p:nvSpPr>
        <p:spPr>
          <a:xfrm>
            <a:off x="6310803" y="1483952"/>
            <a:ext cx="5879612" cy="4320000"/>
          </a:xfrm>
          <a:prstGeom prst="rect">
            <a:avLst/>
          </a:prstGeom>
          <a:solidFill>
            <a:schemeClr val="bg1">
              <a:lumMod val="85000"/>
            </a:schemeClr>
          </a:solidFill>
        </p:spPr>
        <p:txBody>
          <a:bodyPr/>
          <a:lstStyle>
            <a:lvl1pPr>
              <a:defRPr>
                <a:solidFill>
                  <a:schemeClr val="bg1">
                    <a:lumMod val="85000"/>
                  </a:schemeClr>
                </a:solidFill>
              </a:defRPr>
            </a:lvl1pPr>
          </a:lstStyle>
          <a:p>
            <a:endParaRPr lang="en-US"/>
          </a:p>
        </p:txBody>
      </p:sp>
    </p:spTree>
    <p:extLst>
      <p:ext uri="{BB962C8B-B14F-4D97-AF65-F5344CB8AC3E}">
        <p14:creationId xmlns:p14="http://schemas.microsoft.com/office/powerpoint/2010/main" val="2852918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16255" y="410829"/>
            <a:ext cx="11134410" cy="1073123"/>
          </a:xfrm>
        </p:spPr>
        <p:txBody>
          <a:bodyPr vert="horz" lIns="0" tIns="0" rIns="0" bIns="0" rtlCol="0" anchor="t" anchorCtr="0">
            <a:normAutofit/>
          </a:bodyPr>
          <a:lstStyle>
            <a:lvl1pPr>
              <a:defRPr lang="en-US" dirty="0">
                <a:solidFill>
                  <a:schemeClr val="accent1">
                    <a:lumMod val="50000"/>
                  </a:schemeClr>
                </a:solidFill>
              </a:defRPr>
            </a:lvl1pPr>
          </a:lstStyle>
          <a:p>
            <a:pPr lvl="0"/>
            <a:r>
              <a:rPr lang="de-DE" dirty="0" smtClean="0"/>
              <a:t>TITELMASTERFORMAT DURCH KLICKEN BEARBEITEN</a:t>
            </a:r>
            <a:endParaRPr lang="en-US" dirty="0"/>
          </a:p>
        </p:txBody>
      </p:sp>
      <p:sp>
        <p:nvSpPr>
          <p:cNvPr id="6" name="Textplatzhalter 12"/>
          <p:cNvSpPr>
            <a:spLocks noGrp="1"/>
          </p:cNvSpPr>
          <p:nvPr>
            <p:ph type="body" sz="quarter" idx="13" hasCustomPrompt="1"/>
          </p:nvPr>
        </p:nvSpPr>
        <p:spPr>
          <a:xfrm>
            <a:off x="516253" y="942477"/>
            <a:ext cx="11133137" cy="541475"/>
          </a:xfrm>
          <a:prstGeom prst="rect">
            <a:avLst/>
          </a:prstGeom>
        </p:spPr>
        <p:txBody>
          <a:bodyPr vert="horz" lIns="10798" tIns="0" rIns="0" bIns="0" rtlCol="0" anchor="t" anchorCtr="0">
            <a:noAutofit/>
          </a:bodyPr>
          <a:lstStyle>
            <a:lvl1pPr>
              <a:defRPr lang="en-US" noProof="1">
                <a:solidFill>
                  <a:schemeClr val="accent1">
                    <a:lumMod val="50000"/>
                  </a:schemeClr>
                </a:solidFill>
              </a:defRPr>
            </a:lvl1pPr>
          </a:lstStyle>
          <a:p>
            <a:pPr marL="0" lvl="0" indent="0">
              <a:buNone/>
            </a:pPr>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
        <p:nvSpPr>
          <p:cNvPr id="11"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12"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2024168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Fußzeilenplatzhalter 4"/>
          <p:cNvSpPr>
            <a:spLocks noGrp="1"/>
          </p:cNvSpPr>
          <p:nvPr>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9" name="Foliennummernplatzhalter 5"/>
          <p:cNvSpPr>
            <a:spLocks noGrp="1"/>
          </p:cNvSpPr>
          <p:nvPr>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Tree>
    <p:extLst>
      <p:ext uri="{BB962C8B-B14F-4D97-AF65-F5344CB8AC3E}">
        <p14:creationId xmlns:p14="http://schemas.microsoft.com/office/powerpoint/2010/main" val="60386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1">
    <p:spTree>
      <p:nvGrpSpPr>
        <p:cNvPr id="1" name=""/>
        <p:cNvGrpSpPr/>
        <p:nvPr/>
      </p:nvGrpSpPr>
      <p:grpSpPr>
        <a:xfrm>
          <a:off x="0" y="0"/>
          <a:ext cx="0" cy="0"/>
          <a:chOff x="0" y="0"/>
          <a:chExt cx="0" cy="0"/>
        </a:xfrm>
      </p:grpSpPr>
      <p:sp>
        <p:nvSpPr>
          <p:cNvPr id="7" name="Rechteck 6"/>
          <p:cNvSpPr/>
          <p:nvPr userDrawn="1"/>
        </p:nvSpPr>
        <p:spPr bwMode="auto">
          <a:xfrm>
            <a:off x="2" y="0"/>
            <a:ext cx="12190410" cy="5803200"/>
          </a:xfrm>
          <a:prstGeom prst="rect">
            <a:avLst/>
          </a:prstGeom>
          <a:solidFill>
            <a:srgbClr val="292929"/>
          </a:solidFill>
          <a:ln w="15875" cap="flat">
            <a:noFill/>
            <a:prstDash val="solid"/>
            <a:miter lim="800000"/>
            <a:headEnd/>
            <a:tailEnd/>
          </a:ln>
        </p:spPr>
        <p:txBody>
          <a:bodyPr vert="horz" wrap="square" lIns="87966" tIns="43982" rIns="87966" bIns="43982" numCol="1" anchor="t" anchorCtr="0" compatLnSpc="1">
            <a:prstTxWarp prst="textNoShape">
              <a:avLst/>
            </a:prstTxWarp>
          </a:bodyPr>
          <a:lstStyle/>
          <a:p>
            <a:pPr defTabSz="875647"/>
            <a:endParaRPr lang="de-DE" dirty="0">
              <a:solidFill>
                <a:prstClr val="black"/>
              </a:solidFill>
            </a:endParaRPr>
          </a:p>
        </p:txBody>
      </p:sp>
      <p:sp>
        <p:nvSpPr>
          <p:cNvPr id="9" name="Rechteck 8"/>
          <p:cNvSpPr/>
          <p:nvPr userDrawn="1"/>
        </p:nvSpPr>
        <p:spPr bwMode="auto">
          <a:xfrm flipV="1">
            <a:off x="2" y="5803200"/>
            <a:ext cx="12190410" cy="1054800"/>
          </a:xfrm>
          <a:prstGeom prst="rect">
            <a:avLst/>
          </a:prstGeom>
          <a:solidFill>
            <a:srgbClr val="EAEAEA"/>
          </a:solidFill>
          <a:ln w="15875" cap="flat">
            <a:noFill/>
            <a:prstDash val="solid"/>
            <a:miter lim="800000"/>
            <a:headEnd/>
            <a:tailEnd/>
          </a:ln>
        </p:spPr>
        <p:txBody>
          <a:bodyPr vert="horz" wrap="square" lIns="87966" tIns="43982" rIns="87966" bIns="43982" numCol="1" anchor="t" anchorCtr="0" compatLnSpc="1">
            <a:prstTxWarp prst="textNoShape">
              <a:avLst/>
            </a:prstTxWarp>
          </a:bodyPr>
          <a:lstStyle/>
          <a:p>
            <a:pPr defTabSz="875647"/>
            <a:endParaRPr lang="de-DE" dirty="0">
              <a:solidFill>
                <a:prstClr val="black"/>
              </a:solidFill>
            </a:endParaRPr>
          </a:p>
        </p:txBody>
      </p:sp>
      <p:sp>
        <p:nvSpPr>
          <p:cNvPr id="6" name="Textfeld 5"/>
          <p:cNvSpPr txBox="1"/>
          <p:nvPr userDrawn="1"/>
        </p:nvSpPr>
        <p:spPr>
          <a:xfrm>
            <a:off x="-104502" y="-2129240"/>
            <a:ext cx="184712" cy="384711"/>
          </a:xfrm>
          <a:prstGeom prst="rect">
            <a:avLst/>
          </a:prstGeom>
          <a:noFill/>
        </p:spPr>
        <p:txBody>
          <a:bodyPr wrap="none" lIns="87974" tIns="43986" rIns="87974" bIns="43986" rtlCol="0">
            <a:spAutoFit/>
          </a:bodyPr>
          <a:lstStyle/>
          <a:p>
            <a:pPr defTabSz="875647"/>
            <a:endParaRPr lang="en-US" dirty="0">
              <a:solidFill>
                <a:prstClr val="black"/>
              </a:solidFill>
            </a:endParaRPr>
          </a:p>
        </p:txBody>
      </p:sp>
      <p:sp>
        <p:nvSpPr>
          <p:cNvPr id="10" name="Titel 1"/>
          <p:cNvSpPr>
            <a:spLocks noGrp="1"/>
          </p:cNvSpPr>
          <p:nvPr>
            <p:ph type="title"/>
          </p:nvPr>
        </p:nvSpPr>
        <p:spPr>
          <a:xfrm>
            <a:off x="1044376" y="16"/>
            <a:ext cx="10101664" cy="3741441"/>
          </a:xfrm>
        </p:spPr>
        <p:txBody>
          <a:bodyPr anchor="b" anchorCtr="0">
            <a:noAutofit/>
          </a:bodyPr>
          <a:lstStyle>
            <a:lvl1pPr algn="l">
              <a:lnSpc>
                <a:spcPct val="80000"/>
              </a:lnSpc>
              <a:defRPr sz="8800" b="0" cap="all">
                <a:solidFill>
                  <a:srgbClr val="FFFFFF"/>
                </a:solidFill>
                <a:latin typeface="Bebas Neue" pitchFamily="34" charset="0"/>
              </a:defRPr>
            </a:lvl1pPr>
          </a:lstStyle>
          <a:p>
            <a:r>
              <a:rPr lang="en-US" dirty="0" smtClean="0"/>
              <a:t>Click to edit Master title style</a:t>
            </a:r>
            <a:endParaRPr lang="en-US" dirty="0"/>
          </a:p>
        </p:txBody>
      </p:sp>
      <p:sp>
        <p:nvSpPr>
          <p:cNvPr id="11" name="Textplatzhalter 2"/>
          <p:cNvSpPr>
            <a:spLocks noGrp="1"/>
          </p:cNvSpPr>
          <p:nvPr>
            <p:ph type="body" idx="1" hasCustomPrompt="1"/>
          </p:nvPr>
        </p:nvSpPr>
        <p:spPr>
          <a:xfrm>
            <a:off x="1044376" y="3741457"/>
            <a:ext cx="10101664" cy="2061759"/>
          </a:xfrm>
        </p:spPr>
        <p:txBody>
          <a:bodyPr anchor="t" anchorCtr="0"/>
          <a:lstStyle>
            <a:lvl1pPr marL="0" indent="0">
              <a:lnSpc>
                <a:spcPct val="80000"/>
              </a:lnSpc>
              <a:buNone/>
              <a:defRPr sz="4400">
                <a:solidFill>
                  <a:srgbClr val="B2B2B2"/>
                </a:solidFill>
              </a:defRPr>
            </a:lvl1pPr>
            <a:lvl2pPr marL="437983" indent="0">
              <a:buNone/>
              <a:defRPr sz="1900">
                <a:solidFill>
                  <a:schemeClr val="tx1">
                    <a:tint val="75000"/>
                  </a:schemeClr>
                </a:solidFill>
              </a:defRPr>
            </a:lvl2pPr>
            <a:lvl3pPr marL="875735" indent="0">
              <a:buNone/>
              <a:defRPr sz="1600">
                <a:solidFill>
                  <a:schemeClr val="tx1">
                    <a:tint val="75000"/>
                  </a:schemeClr>
                </a:solidFill>
              </a:defRPr>
            </a:lvl3pPr>
            <a:lvl4pPr marL="1313555" indent="0">
              <a:buNone/>
              <a:defRPr sz="1500">
                <a:solidFill>
                  <a:schemeClr val="tx1">
                    <a:tint val="75000"/>
                  </a:schemeClr>
                </a:solidFill>
              </a:defRPr>
            </a:lvl4pPr>
            <a:lvl5pPr marL="1751364" indent="0">
              <a:buNone/>
              <a:defRPr sz="1500">
                <a:solidFill>
                  <a:schemeClr val="tx1">
                    <a:tint val="75000"/>
                  </a:schemeClr>
                </a:solidFill>
              </a:defRPr>
            </a:lvl5pPr>
            <a:lvl6pPr marL="2189177" indent="0">
              <a:buNone/>
              <a:defRPr sz="1500">
                <a:solidFill>
                  <a:schemeClr val="tx1">
                    <a:tint val="75000"/>
                  </a:schemeClr>
                </a:solidFill>
              </a:defRPr>
            </a:lvl6pPr>
            <a:lvl7pPr marL="2627017" indent="0">
              <a:buNone/>
              <a:defRPr sz="1500">
                <a:solidFill>
                  <a:schemeClr val="tx1">
                    <a:tint val="75000"/>
                  </a:schemeClr>
                </a:solidFill>
              </a:defRPr>
            </a:lvl7pPr>
            <a:lvl8pPr marL="3064828" indent="0">
              <a:buNone/>
              <a:defRPr sz="1500">
                <a:solidFill>
                  <a:schemeClr val="tx1">
                    <a:tint val="75000"/>
                  </a:schemeClr>
                </a:solidFill>
              </a:defRPr>
            </a:lvl8pPr>
            <a:lvl9pPr marL="3502664" indent="0">
              <a:buNone/>
              <a:defRPr sz="1500">
                <a:solidFill>
                  <a:schemeClr val="tx1">
                    <a:tint val="75000"/>
                  </a:schemeClr>
                </a:solidFill>
              </a:defRPr>
            </a:lvl9pPr>
          </a:lstStyle>
          <a:p>
            <a:pPr lvl="0"/>
            <a:r>
              <a:rPr lang="en-US" dirty="0" smtClean="0"/>
              <a:t>Click to edit Master subtitle style</a:t>
            </a:r>
          </a:p>
          <a:p>
            <a:pPr lvl="0"/>
            <a:endParaRPr lang="en-US" dirty="0" smtClean="0"/>
          </a:p>
          <a:p>
            <a:pPr lvl="0"/>
            <a:endParaRPr lang="de-DE" dirty="0" smtClean="0"/>
          </a:p>
        </p:txBody>
      </p:sp>
      <p:sp>
        <p:nvSpPr>
          <p:cNvPr id="16" name="Fußzeilenplatzhalter 4"/>
          <p:cNvSpPr>
            <a:spLocks noGrp="1"/>
          </p:cNvSpPr>
          <p:nvPr>
            <p:ph type="ftr" sz="quarter" idx="11"/>
          </p:nvPr>
        </p:nvSpPr>
        <p:spPr>
          <a:xfrm>
            <a:off x="1780161" y="6152561"/>
            <a:ext cx="6828818" cy="360000"/>
          </a:xfrm>
        </p:spPr>
        <p:txBody>
          <a:bodyPr/>
          <a:lstStyle/>
          <a:p>
            <a:endParaRPr lang="en-US" dirty="0">
              <a:solidFill>
                <a:prstClr val="white">
                  <a:lumMod val="50000"/>
                </a:prstClr>
              </a:solidFill>
            </a:endParaRPr>
          </a:p>
        </p:txBody>
      </p:sp>
      <p:sp>
        <p:nvSpPr>
          <p:cNvPr id="17" name="Foliennummernplatzhalter 5"/>
          <p:cNvSpPr>
            <a:spLocks noGrp="1"/>
          </p:cNvSpPr>
          <p:nvPr>
            <p:ph type="sldNum" sz="quarter" idx="12"/>
          </p:nvPr>
        </p:nvSpPr>
        <p:spPr>
          <a:xfrm>
            <a:off x="516253" y="6152561"/>
            <a:ext cx="914308" cy="360000"/>
          </a:xfrm>
        </p:spPr>
        <p:txBody>
          <a:bodyPr/>
          <a:lstStyle/>
          <a:p>
            <a:fld id="{75A4F164-3A46-4CEE-A25C-CA523D5E42F3}"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73687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IMAGE">
    <p:spTree>
      <p:nvGrpSpPr>
        <p:cNvPr id="1" name=""/>
        <p:cNvGrpSpPr/>
        <p:nvPr/>
      </p:nvGrpSpPr>
      <p:grpSpPr>
        <a:xfrm>
          <a:off x="0" y="0"/>
          <a:ext cx="0" cy="0"/>
          <a:chOff x="0" y="0"/>
          <a:chExt cx="0" cy="0"/>
        </a:xfrm>
      </p:grpSpPr>
      <p:sp>
        <p:nvSpPr>
          <p:cNvPr id="10" name="Picture Placeholder 9"/>
          <p:cNvSpPr>
            <a:spLocks noGrp="1"/>
          </p:cNvSpPr>
          <p:nvPr>
            <p:ph type="pic" sz="quarter" idx="14"/>
          </p:nvPr>
        </p:nvSpPr>
        <p:spPr bwMode="gray">
          <a:xfrm>
            <a:off x="0" y="0"/>
            <a:ext cx="12190413" cy="6858000"/>
          </a:xfrm>
          <a:solidFill>
            <a:schemeClr val="bg1">
              <a:lumMod val="85000"/>
            </a:schemeClr>
          </a:solidFill>
        </p:spPr>
        <p:txBody>
          <a:bodyPr lIns="137957" tIns="137957" rIns="137957" bIns="137957"/>
          <a:lstStyle>
            <a:lvl1pPr marL="0" indent="0">
              <a:buNone/>
              <a:defRPr/>
            </a:lvl1pPr>
          </a:lstStyle>
          <a:p>
            <a:endParaRPr lang="en-US" dirty="0"/>
          </a:p>
        </p:txBody>
      </p:sp>
      <p:sp>
        <p:nvSpPr>
          <p:cNvPr id="5" name="Date Placeholder 4"/>
          <p:cNvSpPr>
            <a:spLocks noGrp="1"/>
          </p:cNvSpPr>
          <p:nvPr>
            <p:ph type="dt" sz="half" idx="10"/>
          </p:nvPr>
        </p:nvSpPr>
        <p:spPr>
          <a:xfrm>
            <a:off x="10210177" y="6084000"/>
            <a:ext cx="1440001" cy="360000"/>
          </a:xfrm>
          <a:prstGeom prst="rect">
            <a:avLst/>
          </a:prstGeom>
        </p:spPr>
        <p:txBody>
          <a:bodyPr lIns="87974" tIns="43986" rIns="87974" bIns="43986"/>
          <a:lstStyle/>
          <a:p>
            <a:pPr defTabSz="875647"/>
            <a:fld id="{27FC3DAB-407D-4279-8EB6-232635B61438}" type="datetimeFigureOut">
              <a:rPr lang="en-US" sz="1900" smtClean="0">
                <a:solidFill>
                  <a:prstClr val="black"/>
                </a:solidFill>
              </a:rPr>
              <a:pPr defTabSz="875647"/>
              <a:t>10/17/2016</a:t>
            </a:fld>
            <a:endParaRPr lang="en-US" sz="1900">
              <a:solidFill>
                <a:prstClr val="black"/>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2CEFE82-39F2-4F47-8A0C-D5AB3496FA5C}" type="slidenum">
              <a:rPr lang="en-US" smtClean="0">
                <a:solidFill>
                  <a:prstClr val="white">
                    <a:lumMod val="50000"/>
                  </a:prstClr>
                </a:solidFill>
              </a:rPr>
              <a:pPr/>
              <a:t>‹#›</a:t>
            </a:fld>
            <a:endParaRPr lang="en-US">
              <a:solidFill>
                <a:prstClr val="white">
                  <a:lumMod val="50000"/>
                </a:prstClr>
              </a:solidFill>
            </a:endParaRPr>
          </a:p>
        </p:txBody>
      </p:sp>
    </p:spTree>
    <p:extLst>
      <p:ext uri="{BB962C8B-B14F-4D97-AF65-F5344CB8AC3E}">
        <p14:creationId xmlns:p14="http://schemas.microsoft.com/office/powerpoint/2010/main" val="189642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SLIDE 6">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515938" y="1881208"/>
            <a:ext cx="4710112" cy="2649537"/>
          </a:xfrm>
          <a:solidFill>
            <a:schemeClr val="bg1">
              <a:lumMod val="85000"/>
            </a:schemeClr>
          </a:solidFill>
        </p:spPr>
        <p:txBody>
          <a:bodyPr/>
          <a:lstStyle/>
          <a:p>
            <a:endParaRPr lang="en-US"/>
          </a:p>
        </p:txBody>
      </p:sp>
      <p:sp>
        <p:nvSpPr>
          <p:cNvPr id="11" name="Picture Placeholder 10"/>
          <p:cNvSpPr>
            <a:spLocks noGrp="1"/>
          </p:cNvSpPr>
          <p:nvPr>
            <p:ph type="pic" sz="quarter" idx="15"/>
          </p:nvPr>
        </p:nvSpPr>
        <p:spPr>
          <a:xfrm>
            <a:off x="6788153" y="1881208"/>
            <a:ext cx="4708524" cy="2649537"/>
          </a:xfrm>
          <a:solidFill>
            <a:schemeClr val="bg1">
              <a:lumMod val="85000"/>
            </a:schemeClr>
          </a:solidFill>
        </p:spPr>
        <p:txBody>
          <a:bodyPr/>
          <a:lstStyle/>
          <a:p>
            <a:endParaRPr lang="en-US"/>
          </a:p>
        </p:txBody>
      </p:sp>
      <p:sp>
        <p:nvSpPr>
          <p:cNvPr id="4" name="Fußzeilenplatzhalter 3"/>
          <p:cNvSpPr>
            <a:spLocks noGrp="1"/>
          </p:cNvSpPr>
          <p:nvPr>
            <p:ph type="ftr" sz="quarter" idx="11"/>
          </p:nvPr>
        </p:nvSpPr>
        <p:spPr/>
        <p:txBody>
          <a:bodyPr/>
          <a:lstStyle/>
          <a:p>
            <a:endParaRPr lang="en-US" dirty="0">
              <a:solidFill>
                <a:prstClr val="white">
                  <a:lumMod val="50000"/>
                </a:prstClr>
              </a:solidFill>
            </a:endParaRPr>
          </a:p>
        </p:txBody>
      </p:sp>
      <p:sp>
        <p:nvSpPr>
          <p:cNvPr id="5" name="Foliennummernplatzhalter 4"/>
          <p:cNvSpPr>
            <a:spLocks noGrp="1"/>
          </p:cNvSpPr>
          <p:nvPr>
            <p:ph type="sldNum" sz="quarter" idx="12"/>
          </p:nvPr>
        </p:nvSpPr>
        <p:spPr/>
        <p:txBody>
          <a:bodyPr/>
          <a:lstStyle/>
          <a:p>
            <a:fld id="{75A4F164-3A46-4CEE-A25C-CA523D5E42F3}" type="slidenum">
              <a:rPr lang="en-US" smtClean="0">
                <a:solidFill>
                  <a:prstClr val="white">
                    <a:lumMod val="50000"/>
                  </a:prstClr>
                </a:solidFill>
              </a:rPr>
              <a:pPr/>
              <a:t>‹#›</a:t>
            </a:fld>
            <a:endParaRPr lang="en-US" dirty="0">
              <a:solidFill>
                <a:prstClr val="white">
                  <a:lumMod val="50000"/>
                </a:prstClr>
              </a:solidFill>
            </a:endParaRPr>
          </a:p>
        </p:txBody>
      </p:sp>
      <p:sp>
        <p:nvSpPr>
          <p:cNvPr id="7" name="Titel 1"/>
          <p:cNvSpPr>
            <a:spLocks noGrp="1"/>
          </p:cNvSpPr>
          <p:nvPr>
            <p:ph type="title" hasCustomPrompt="1"/>
          </p:nvPr>
        </p:nvSpPr>
        <p:spPr>
          <a:xfrm>
            <a:off x="554615" y="410829"/>
            <a:ext cx="11095773" cy="1073123"/>
          </a:xfrm>
        </p:spPr>
        <p:txBody>
          <a:bodyPr/>
          <a:lstStyle>
            <a:lvl1pPr>
              <a:defRPr>
                <a:solidFill>
                  <a:schemeClr val="tx1"/>
                </a:solidFill>
              </a:defRPr>
            </a:lvl1pPr>
          </a:lstStyle>
          <a:p>
            <a:r>
              <a:rPr lang="en-US" dirty="0" smtClean="0"/>
              <a:t>Click to edit Master title style </a:t>
            </a:r>
            <a:endParaRPr lang="en-US" dirty="0"/>
          </a:p>
        </p:txBody>
      </p:sp>
      <p:sp>
        <p:nvSpPr>
          <p:cNvPr id="8" name="Textplatzhalter 12"/>
          <p:cNvSpPr>
            <a:spLocks noGrp="1"/>
          </p:cNvSpPr>
          <p:nvPr>
            <p:ph type="body" sz="quarter" idx="13" hasCustomPrompt="1"/>
          </p:nvPr>
        </p:nvSpPr>
        <p:spPr>
          <a:xfrm>
            <a:off x="554039" y="942477"/>
            <a:ext cx="11095562" cy="541475"/>
          </a:xfrm>
        </p:spPr>
        <p:txBody>
          <a:bodyPr lIns="10798" anchor="t" anchorCtr="0"/>
          <a:lstStyle>
            <a:lvl1pPr marL="0" indent="0">
              <a:buNone/>
              <a:defRPr>
                <a:solidFill>
                  <a:srgbClr val="7F7F7F"/>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Tree>
    <p:extLst>
      <p:ext uri="{BB962C8B-B14F-4D97-AF65-F5344CB8AC3E}">
        <p14:creationId xmlns:p14="http://schemas.microsoft.com/office/powerpoint/2010/main" val="2001413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1">
    <p:spTree>
      <p:nvGrpSpPr>
        <p:cNvPr id="1" name=""/>
        <p:cNvGrpSpPr/>
        <p:nvPr/>
      </p:nvGrpSpPr>
      <p:grpSpPr>
        <a:xfrm>
          <a:off x="0" y="0"/>
          <a:ext cx="0" cy="0"/>
          <a:chOff x="0" y="0"/>
          <a:chExt cx="0" cy="0"/>
        </a:xfrm>
      </p:grpSpPr>
      <p:sp>
        <p:nvSpPr>
          <p:cNvPr id="7" name="Rechteck 6"/>
          <p:cNvSpPr/>
          <p:nvPr userDrawn="1"/>
        </p:nvSpPr>
        <p:spPr bwMode="auto">
          <a:xfrm>
            <a:off x="2" y="0"/>
            <a:ext cx="12190410" cy="5803200"/>
          </a:xfrm>
          <a:prstGeom prst="rect">
            <a:avLst/>
          </a:prstGeom>
          <a:solidFill>
            <a:srgbClr val="292929"/>
          </a:solidFill>
          <a:ln w="15875" cap="flat">
            <a:noFill/>
            <a:prstDash val="solid"/>
            <a:miter lim="800000"/>
            <a:headEnd/>
            <a:tailEnd/>
          </a:ln>
        </p:spPr>
        <p:txBody>
          <a:bodyPr vert="horz" wrap="square" lIns="87974" tIns="43986" rIns="87974" bIns="43986" numCol="1" anchor="t" anchorCtr="0" compatLnSpc="1">
            <a:prstTxWarp prst="textNoShape">
              <a:avLst/>
            </a:prstTxWarp>
          </a:bodyPr>
          <a:lstStyle/>
          <a:p>
            <a:pPr defTabSz="875735"/>
            <a:endParaRPr lang="de-DE" dirty="0">
              <a:solidFill>
                <a:prstClr val="black"/>
              </a:solidFill>
            </a:endParaRPr>
          </a:p>
        </p:txBody>
      </p:sp>
      <p:sp>
        <p:nvSpPr>
          <p:cNvPr id="9" name="Rechteck 8"/>
          <p:cNvSpPr/>
          <p:nvPr userDrawn="1"/>
        </p:nvSpPr>
        <p:spPr bwMode="auto">
          <a:xfrm flipV="1">
            <a:off x="2" y="5803200"/>
            <a:ext cx="12190410" cy="1054800"/>
          </a:xfrm>
          <a:prstGeom prst="rect">
            <a:avLst/>
          </a:prstGeom>
          <a:solidFill>
            <a:srgbClr val="EAEAEA"/>
          </a:solidFill>
          <a:ln w="15875" cap="flat">
            <a:noFill/>
            <a:prstDash val="solid"/>
            <a:miter lim="800000"/>
            <a:headEnd/>
            <a:tailEnd/>
          </a:ln>
        </p:spPr>
        <p:txBody>
          <a:bodyPr vert="horz" wrap="square" lIns="87974" tIns="43986" rIns="87974" bIns="43986" numCol="1" anchor="t" anchorCtr="0" compatLnSpc="1">
            <a:prstTxWarp prst="textNoShape">
              <a:avLst/>
            </a:prstTxWarp>
          </a:bodyPr>
          <a:lstStyle/>
          <a:p>
            <a:pPr defTabSz="875735"/>
            <a:endParaRPr lang="de-DE" dirty="0">
              <a:solidFill>
                <a:prstClr val="black"/>
              </a:solidFill>
            </a:endParaRPr>
          </a:p>
        </p:txBody>
      </p:sp>
      <p:sp>
        <p:nvSpPr>
          <p:cNvPr id="6" name="Textfeld 5"/>
          <p:cNvSpPr txBox="1"/>
          <p:nvPr userDrawn="1"/>
        </p:nvSpPr>
        <p:spPr>
          <a:xfrm>
            <a:off x="-104502" y="-2129240"/>
            <a:ext cx="184712" cy="384711"/>
          </a:xfrm>
          <a:prstGeom prst="rect">
            <a:avLst/>
          </a:prstGeom>
          <a:noFill/>
        </p:spPr>
        <p:txBody>
          <a:bodyPr wrap="none" lIns="87982" tIns="43990" rIns="87982" bIns="43990" rtlCol="0">
            <a:spAutoFit/>
          </a:bodyPr>
          <a:lstStyle/>
          <a:p>
            <a:pPr defTabSz="875735"/>
            <a:endParaRPr lang="en-US" dirty="0">
              <a:solidFill>
                <a:prstClr val="black"/>
              </a:solidFill>
            </a:endParaRPr>
          </a:p>
        </p:txBody>
      </p:sp>
      <p:sp>
        <p:nvSpPr>
          <p:cNvPr id="10" name="Titel 1"/>
          <p:cNvSpPr>
            <a:spLocks noGrp="1"/>
          </p:cNvSpPr>
          <p:nvPr>
            <p:ph type="title"/>
          </p:nvPr>
        </p:nvSpPr>
        <p:spPr>
          <a:xfrm>
            <a:off x="1044376" y="14"/>
            <a:ext cx="10101664" cy="3741441"/>
          </a:xfrm>
        </p:spPr>
        <p:txBody>
          <a:bodyPr anchor="b" anchorCtr="0">
            <a:noAutofit/>
          </a:bodyPr>
          <a:lstStyle>
            <a:lvl1pPr algn="l">
              <a:lnSpc>
                <a:spcPct val="80000"/>
              </a:lnSpc>
              <a:defRPr sz="8800" b="0" cap="all">
                <a:solidFill>
                  <a:srgbClr val="FFFFFF"/>
                </a:solidFill>
                <a:latin typeface="Bebas Neue" pitchFamily="34" charset="0"/>
              </a:defRPr>
            </a:lvl1pPr>
          </a:lstStyle>
          <a:p>
            <a:r>
              <a:rPr lang="en-US" dirty="0" smtClean="0"/>
              <a:t>Click to edit Master title style</a:t>
            </a:r>
            <a:endParaRPr lang="en-US" dirty="0"/>
          </a:p>
        </p:txBody>
      </p:sp>
      <p:sp>
        <p:nvSpPr>
          <p:cNvPr id="11" name="Textplatzhalter 2"/>
          <p:cNvSpPr>
            <a:spLocks noGrp="1"/>
          </p:cNvSpPr>
          <p:nvPr>
            <p:ph type="body" idx="1" hasCustomPrompt="1"/>
          </p:nvPr>
        </p:nvSpPr>
        <p:spPr>
          <a:xfrm>
            <a:off x="1044376" y="3741455"/>
            <a:ext cx="10101664" cy="2061759"/>
          </a:xfrm>
        </p:spPr>
        <p:txBody>
          <a:bodyPr anchor="t" anchorCtr="0"/>
          <a:lstStyle>
            <a:lvl1pPr marL="0" indent="0">
              <a:lnSpc>
                <a:spcPct val="80000"/>
              </a:lnSpc>
              <a:buNone/>
              <a:defRPr sz="4400">
                <a:solidFill>
                  <a:srgbClr val="B2B2B2"/>
                </a:solidFill>
              </a:defRPr>
            </a:lvl1pPr>
            <a:lvl2pPr marL="438027" indent="0">
              <a:buNone/>
              <a:defRPr sz="1900">
                <a:solidFill>
                  <a:schemeClr val="tx1">
                    <a:tint val="75000"/>
                  </a:schemeClr>
                </a:solidFill>
              </a:defRPr>
            </a:lvl2pPr>
            <a:lvl3pPr marL="875823" indent="0">
              <a:buNone/>
              <a:defRPr sz="1600">
                <a:solidFill>
                  <a:schemeClr val="tx1">
                    <a:tint val="75000"/>
                  </a:schemeClr>
                </a:solidFill>
              </a:defRPr>
            </a:lvl3pPr>
            <a:lvl4pPr marL="1313687" indent="0">
              <a:buNone/>
              <a:defRPr sz="1500">
                <a:solidFill>
                  <a:schemeClr val="tx1">
                    <a:tint val="75000"/>
                  </a:schemeClr>
                </a:solidFill>
              </a:defRPr>
            </a:lvl4pPr>
            <a:lvl5pPr marL="1751539" indent="0">
              <a:buNone/>
              <a:defRPr sz="1500">
                <a:solidFill>
                  <a:schemeClr val="tx1">
                    <a:tint val="75000"/>
                  </a:schemeClr>
                </a:solidFill>
              </a:defRPr>
            </a:lvl5pPr>
            <a:lvl6pPr marL="2189396" indent="0">
              <a:buNone/>
              <a:defRPr sz="1500">
                <a:solidFill>
                  <a:schemeClr val="tx1">
                    <a:tint val="75000"/>
                  </a:schemeClr>
                </a:solidFill>
              </a:defRPr>
            </a:lvl6pPr>
            <a:lvl7pPr marL="2627280" indent="0">
              <a:buNone/>
              <a:defRPr sz="1500">
                <a:solidFill>
                  <a:schemeClr val="tx1">
                    <a:tint val="75000"/>
                  </a:schemeClr>
                </a:solidFill>
              </a:defRPr>
            </a:lvl7pPr>
            <a:lvl8pPr marL="3065135" indent="0">
              <a:buNone/>
              <a:defRPr sz="1500">
                <a:solidFill>
                  <a:schemeClr val="tx1">
                    <a:tint val="75000"/>
                  </a:schemeClr>
                </a:solidFill>
              </a:defRPr>
            </a:lvl8pPr>
            <a:lvl9pPr marL="3503014" indent="0">
              <a:buNone/>
              <a:defRPr sz="1500">
                <a:solidFill>
                  <a:schemeClr val="tx1">
                    <a:tint val="75000"/>
                  </a:schemeClr>
                </a:solidFill>
              </a:defRPr>
            </a:lvl9pPr>
          </a:lstStyle>
          <a:p>
            <a:pPr lvl="0"/>
            <a:r>
              <a:rPr lang="en-US" dirty="0" smtClean="0"/>
              <a:t>Click to edit Master subtitle style</a:t>
            </a:r>
          </a:p>
          <a:p>
            <a:pPr lvl="0"/>
            <a:endParaRPr lang="en-US" dirty="0" smtClean="0"/>
          </a:p>
          <a:p>
            <a:pPr lvl="0"/>
            <a:endParaRPr lang="de-DE" dirty="0" smtClean="0"/>
          </a:p>
        </p:txBody>
      </p:sp>
      <p:sp>
        <p:nvSpPr>
          <p:cNvPr id="16" name="Fußzeilenplatzhalter 4"/>
          <p:cNvSpPr>
            <a:spLocks noGrp="1"/>
          </p:cNvSpPr>
          <p:nvPr>
            <p:ph type="ftr" sz="quarter" idx="11"/>
          </p:nvPr>
        </p:nvSpPr>
        <p:spPr>
          <a:xfrm>
            <a:off x="1780161" y="6152561"/>
            <a:ext cx="6828818" cy="360000"/>
          </a:xfrm>
        </p:spPr>
        <p:txBody>
          <a:bodyPr/>
          <a:lstStyle/>
          <a:p>
            <a:endParaRPr lang="en-US" dirty="0">
              <a:solidFill>
                <a:prstClr val="white">
                  <a:lumMod val="50000"/>
                </a:prstClr>
              </a:solidFill>
            </a:endParaRPr>
          </a:p>
        </p:txBody>
      </p:sp>
      <p:sp>
        <p:nvSpPr>
          <p:cNvPr id="17" name="Foliennummernplatzhalter 5"/>
          <p:cNvSpPr>
            <a:spLocks noGrp="1"/>
          </p:cNvSpPr>
          <p:nvPr>
            <p:ph type="sldNum" sz="quarter" idx="12"/>
          </p:nvPr>
        </p:nvSpPr>
        <p:spPr>
          <a:xfrm>
            <a:off x="516253" y="6152561"/>
            <a:ext cx="914308" cy="360000"/>
          </a:xfrm>
        </p:spPr>
        <p:txBody>
          <a:bodyPr/>
          <a:lstStyle/>
          <a:p>
            <a:fld id="{75A4F164-3A46-4CEE-A25C-CA523D5E42F3}"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357320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IMAGE">
    <p:spTree>
      <p:nvGrpSpPr>
        <p:cNvPr id="1" name=""/>
        <p:cNvGrpSpPr/>
        <p:nvPr/>
      </p:nvGrpSpPr>
      <p:grpSpPr>
        <a:xfrm>
          <a:off x="0" y="0"/>
          <a:ext cx="0" cy="0"/>
          <a:chOff x="0" y="0"/>
          <a:chExt cx="0" cy="0"/>
        </a:xfrm>
      </p:grpSpPr>
      <p:sp>
        <p:nvSpPr>
          <p:cNvPr id="10" name="Picture Placeholder 9"/>
          <p:cNvSpPr>
            <a:spLocks noGrp="1"/>
          </p:cNvSpPr>
          <p:nvPr>
            <p:ph type="pic" sz="quarter" idx="14"/>
          </p:nvPr>
        </p:nvSpPr>
        <p:spPr bwMode="gray">
          <a:xfrm>
            <a:off x="0" y="0"/>
            <a:ext cx="12190413" cy="6858000"/>
          </a:xfrm>
          <a:solidFill>
            <a:schemeClr val="bg1">
              <a:lumMod val="85000"/>
            </a:schemeClr>
          </a:solidFill>
        </p:spPr>
        <p:txBody>
          <a:bodyPr lIns="137970" tIns="137970" rIns="137970" bIns="137970"/>
          <a:lstStyle>
            <a:lvl1pPr marL="0" indent="0">
              <a:buNone/>
              <a:defRPr/>
            </a:lvl1pPr>
          </a:lstStyle>
          <a:p>
            <a:endParaRPr lang="en-US" dirty="0"/>
          </a:p>
        </p:txBody>
      </p:sp>
      <p:sp>
        <p:nvSpPr>
          <p:cNvPr id="5" name="Date Placeholder 4"/>
          <p:cNvSpPr>
            <a:spLocks noGrp="1"/>
          </p:cNvSpPr>
          <p:nvPr>
            <p:ph type="dt" sz="half" idx="10"/>
          </p:nvPr>
        </p:nvSpPr>
        <p:spPr>
          <a:xfrm>
            <a:off x="10210175" y="6084000"/>
            <a:ext cx="1440001" cy="360000"/>
          </a:xfrm>
          <a:prstGeom prst="rect">
            <a:avLst/>
          </a:prstGeom>
        </p:spPr>
        <p:txBody>
          <a:bodyPr lIns="87982" tIns="43990" rIns="87982" bIns="43990"/>
          <a:lstStyle/>
          <a:p>
            <a:pPr defTabSz="875735"/>
            <a:fld id="{27FC3DAB-407D-4279-8EB6-232635B61438}" type="datetimeFigureOut">
              <a:rPr lang="en-US" sz="1900" smtClean="0">
                <a:solidFill>
                  <a:prstClr val="black"/>
                </a:solidFill>
              </a:rPr>
              <a:pPr defTabSz="875735"/>
              <a:t>10/17/2016</a:t>
            </a:fld>
            <a:endParaRPr lang="en-US" sz="1900">
              <a:solidFill>
                <a:prstClr val="black"/>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2CEFE82-39F2-4F47-8A0C-D5AB3496FA5C}" type="slidenum">
              <a:rPr lang="en-US" smtClean="0">
                <a:solidFill>
                  <a:prstClr val="white">
                    <a:lumMod val="50000"/>
                  </a:prstClr>
                </a:solidFill>
              </a:rPr>
              <a:pPr/>
              <a:t>‹#›</a:t>
            </a:fld>
            <a:endParaRPr lang="en-US">
              <a:solidFill>
                <a:prstClr val="white">
                  <a:lumMod val="50000"/>
                </a:prstClr>
              </a:solidFill>
            </a:endParaRPr>
          </a:p>
        </p:txBody>
      </p:sp>
    </p:spTree>
    <p:extLst>
      <p:ext uri="{BB962C8B-B14F-4D97-AF65-F5344CB8AC3E}">
        <p14:creationId xmlns:p14="http://schemas.microsoft.com/office/powerpoint/2010/main" val="4112490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SLIDE 6">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515938" y="1881206"/>
            <a:ext cx="4710112" cy="2649537"/>
          </a:xfrm>
          <a:solidFill>
            <a:schemeClr val="bg1">
              <a:lumMod val="85000"/>
            </a:schemeClr>
          </a:solidFill>
        </p:spPr>
        <p:txBody>
          <a:bodyPr/>
          <a:lstStyle/>
          <a:p>
            <a:endParaRPr lang="en-US"/>
          </a:p>
        </p:txBody>
      </p:sp>
      <p:sp>
        <p:nvSpPr>
          <p:cNvPr id="11" name="Picture Placeholder 10"/>
          <p:cNvSpPr>
            <a:spLocks noGrp="1"/>
          </p:cNvSpPr>
          <p:nvPr>
            <p:ph type="pic" sz="quarter" idx="15"/>
          </p:nvPr>
        </p:nvSpPr>
        <p:spPr>
          <a:xfrm>
            <a:off x="6788153" y="1881206"/>
            <a:ext cx="4708524" cy="2649537"/>
          </a:xfrm>
          <a:solidFill>
            <a:schemeClr val="bg1">
              <a:lumMod val="85000"/>
            </a:schemeClr>
          </a:solidFill>
        </p:spPr>
        <p:txBody>
          <a:bodyPr/>
          <a:lstStyle/>
          <a:p>
            <a:endParaRPr lang="en-US"/>
          </a:p>
        </p:txBody>
      </p:sp>
      <p:sp>
        <p:nvSpPr>
          <p:cNvPr id="4" name="Fußzeilenplatzhalter 3"/>
          <p:cNvSpPr>
            <a:spLocks noGrp="1"/>
          </p:cNvSpPr>
          <p:nvPr>
            <p:ph type="ftr" sz="quarter" idx="11"/>
          </p:nvPr>
        </p:nvSpPr>
        <p:spPr/>
        <p:txBody>
          <a:bodyPr/>
          <a:lstStyle/>
          <a:p>
            <a:endParaRPr lang="en-US" dirty="0">
              <a:solidFill>
                <a:prstClr val="white">
                  <a:lumMod val="50000"/>
                </a:prstClr>
              </a:solidFill>
            </a:endParaRPr>
          </a:p>
        </p:txBody>
      </p:sp>
      <p:sp>
        <p:nvSpPr>
          <p:cNvPr id="5" name="Foliennummernplatzhalter 4"/>
          <p:cNvSpPr>
            <a:spLocks noGrp="1"/>
          </p:cNvSpPr>
          <p:nvPr>
            <p:ph type="sldNum" sz="quarter" idx="12"/>
          </p:nvPr>
        </p:nvSpPr>
        <p:spPr/>
        <p:txBody>
          <a:bodyPr/>
          <a:lstStyle/>
          <a:p>
            <a:fld id="{75A4F164-3A46-4CEE-A25C-CA523D5E42F3}" type="slidenum">
              <a:rPr lang="en-US" smtClean="0">
                <a:solidFill>
                  <a:prstClr val="white">
                    <a:lumMod val="50000"/>
                  </a:prstClr>
                </a:solidFill>
              </a:rPr>
              <a:pPr/>
              <a:t>‹#›</a:t>
            </a:fld>
            <a:endParaRPr lang="en-US" dirty="0">
              <a:solidFill>
                <a:prstClr val="white">
                  <a:lumMod val="50000"/>
                </a:prstClr>
              </a:solidFill>
            </a:endParaRPr>
          </a:p>
        </p:txBody>
      </p:sp>
      <p:sp>
        <p:nvSpPr>
          <p:cNvPr id="7" name="Titel 1"/>
          <p:cNvSpPr>
            <a:spLocks noGrp="1"/>
          </p:cNvSpPr>
          <p:nvPr>
            <p:ph type="title" hasCustomPrompt="1"/>
          </p:nvPr>
        </p:nvSpPr>
        <p:spPr>
          <a:xfrm>
            <a:off x="554614" y="410829"/>
            <a:ext cx="11095773" cy="1073123"/>
          </a:xfrm>
        </p:spPr>
        <p:txBody>
          <a:bodyPr/>
          <a:lstStyle>
            <a:lvl1pPr>
              <a:defRPr>
                <a:solidFill>
                  <a:schemeClr val="tx1"/>
                </a:solidFill>
              </a:defRPr>
            </a:lvl1pPr>
          </a:lstStyle>
          <a:p>
            <a:r>
              <a:rPr lang="en-US" dirty="0" smtClean="0"/>
              <a:t>Click to edit Master title style </a:t>
            </a:r>
            <a:endParaRPr lang="en-US" dirty="0"/>
          </a:p>
        </p:txBody>
      </p:sp>
      <p:sp>
        <p:nvSpPr>
          <p:cNvPr id="8" name="Textplatzhalter 12"/>
          <p:cNvSpPr>
            <a:spLocks noGrp="1"/>
          </p:cNvSpPr>
          <p:nvPr>
            <p:ph type="body" sz="quarter" idx="13" hasCustomPrompt="1"/>
          </p:nvPr>
        </p:nvSpPr>
        <p:spPr>
          <a:xfrm>
            <a:off x="554039" y="942477"/>
            <a:ext cx="11095562" cy="541475"/>
          </a:xfrm>
        </p:spPr>
        <p:txBody>
          <a:bodyPr lIns="10798" anchor="t" anchorCtr="0"/>
          <a:lstStyle>
            <a:lvl1pPr marL="0" indent="0">
              <a:buNone/>
              <a:defRPr>
                <a:solidFill>
                  <a:srgbClr val="7F7F7F"/>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Tree>
    <p:extLst>
      <p:ext uri="{BB962C8B-B14F-4D97-AF65-F5344CB8AC3E}">
        <p14:creationId xmlns:p14="http://schemas.microsoft.com/office/powerpoint/2010/main" val="90485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1">
    <p:spTree>
      <p:nvGrpSpPr>
        <p:cNvPr id="1" name=""/>
        <p:cNvGrpSpPr/>
        <p:nvPr/>
      </p:nvGrpSpPr>
      <p:grpSpPr>
        <a:xfrm>
          <a:off x="0" y="0"/>
          <a:ext cx="0" cy="0"/>
          <a:chOff x="0" y="0"/>
          <a:chExt cx="0" cy="0"/>
        </a:xfrm>
      </p:grpSpPr>
      <p:sp>
        <p:nvSpPr>
          <p:cNvPr id="7" name="Rechteck 6"/>
          <p:cNvSpPr/>
          <p:nvPr userDrawn="1"/>
        </p:nvSpPr>
        <p:spPr bwMode="auto">
          <a:xfrm>
            <a:off x="2" y="0"/>
            <a:ext cx="12190410" cy="5803200"/>
          </a:xfrm>
          <a:prstGeom prst="rect">
            <a:avLst/>
          </a:prstGeom>
          <a:solidFill>
            <a:srgbClr val="292929"/>
          </a:solidFill>
          <a:ln w="15875" cap="flat">
            <a:noFill/>
            <a:prstDash val="solid"/>
            <a:miter lim="800000"/>
            <a:headEnd/>
            <a:tailEnd/>
          </a:ln>
        </p:spPr>
        <p:txBody>
          <a:bodyPr vert="horz" wrap="square" lIns="87990" tIns="43994" rIns="87990" bIns="43994" numCol="1" anchor="t" anchorCtr="0" compatLnSpc="1">
            <a:prstTxWarp prst="textNoShape">
              <a:avLst/>
            </a:prstTxWarp>
          </a:bodyPr>
          <a:lstStyle/>
          <a:p>
            <a:pPr defTabSz="875911"/>
            <a:endParaRPr lang="de-DE" dirty="0">
              <a:solidFill>
                <a:prstClr val="black"/>
              </a:solidFill>
            </a:endParaRPr>
          </a:p>
        </p:txBody>
      </p:sp>
      <p:sp>
        <p:nvSpPr>
          <p:cNvPr id="9" name="Rechteck 8"/>
          <p:cNvSpPr/>
          <p:nvPr userDrawn="1"/>
        </p:nvSpPr>
        <p:spPr bwMode="auto">
          <a:xfrm flipV="1">
            <a:off x="2" y="5803200"/>
            <a:ext cx="12190410" cy="1054800"/>
          </a:xfrm>
          <a:prstGeom prst="rect">
            <a:avLst/>
          </a:prstGeom>
          <a:solidFill>
            <a:srgbClr val="EAEAEA"/>
          </a:solidFill>
          <a:ln w="15875" cap="flat">
            <a:noFill/>
            <a:prstDash val="solid"/>
            <a:miter lim="800000"/>
            <a:headEnd/>
            <a:tailEnd/>
          </a:ln>
        </p:spPr>
        <p:txBody>
          <a:bodyPr vert="horz" wrap="square" lIns="87990" tIns="43994" rIns="87990" bIns="43994" numCol="1" anchor="t" anchorCtr="0" compatLnSpc="1">
            <a:prstTxWarp prst="textNoShape">
              <a:avLst/>
            </a:prstTxWarp>
          </a:bodyPr>
          <a:lstStyle/>
          <a:p>
            <a:pPr defTabSz="875911"/>
            <a:endParaRPr lang="de-DE" dirty="0">
              <a:solidFill>
                <a:prstClr val="black"/>
              </a:solidFill>
            </a:endParaRPr>
          </a:p>
        </p:txBody>
      </p:sp>
      <p:sp>
        <p:nvSpPr>
          <p:cNvPr id="6" name="Textfeld 5"/>
          <p:cNvSpPr txBox="1"/>
          <p:nvPr userDrawn="1"/>
        </p:nvSpPr>
        <p:spPr>
          <a:xfrm>
            <a:off x="-104502" y="-2129240"/>
            <a:ext cx="184712" cy="384711"/>
          </a:xfrm>
          <a:prstGeom prst="rect">
            <a:avLst/>
          </a:prstGeom>
          <a:noFill/>
        </p:spPr>
        <p:txBody>
          <a:bodyPr wrap="none" lIns="87998" tIns="43998" rIns="87998" bIns="43998" rtlCol="0">
            <a:spAutoFit/>
          </a:bodyPr>
          <a:lstStyle/>
          <a:p>
            <a:pPr defTabSz="875911"/>
            <a:endParaRPr lang="en-US" dirty="0">
              <a:solidFill>
                <a:prstClr val="black"/>
              </a:solidFill>
            </a:endParaRPr>
          </a:p>
        </p:txBody>
      </p:sp>
      <p:sp>
        <p:nvSpPr>
          <p:cNvPr id="10" name="Titel 1"/>
          <p:cNvSpPr>
            <a:spLocks noGrp="1"/>
          </p:cNvSpPr>
          <p:nvPr>
            <p:ph type="title"/>
          </p:nvPr>
        </p:nvSpPr>
        <p:spPr>
          <a:xfrm>
            <a:off x="1044376" y="11"/>
            <a:ext cx="10101664" cy="3741441"/>
          </a:xfrm>
        </p:spPr>
        <p:txBody>
          <a:bodyPr anchor="b" anchorCtr="0">
            <a:noAutofit/>
          </a:bodyPr>
          <a:lstStyle>
            <a:lvl1pPr algn="l">
              <a:lnSpc>
                <a:spcPct val="80000"/>
              </a:lnSpc>
              <a:defRPr sz="8800" b="0" cap="all">
                <a:solidFill>
                  <a:srgbClr val="FFFFFF"/>
                </a:solidFill>
                <a:latin typeface="Bebas Neue" pitchFamily="34" charset="0"/>
              </a:defRPr>
            </a:lvl1pPr>
          </a:lstStyle>
          <a:p>
            <a:r>
              <a:rPr lang="en-US" dirty="0" smtClean="0"/>
              <a:t>Click to edit Master title style</a:t>
            </a:r>
            <a:endParaRPr lang="en-US" dirty="0"/>
          </a:p>
        </p:txBody>
      </p:sp>
      <p:sp>
        <p:nvSpPr>
          <p:cNvPr id="11" name="Textplatzhalter 2"/>
          <p:cNvSpPr>
            <a:spLocks noGrp="1"/>
          </p:cNvSpPr>
          <p:nvPr>
            <p:ph type="body" idx="1" hasCustomPrompt="1"/>
          </p:nvPr>
        </p:nvSpPr>
        <p:spPr>
          <a:xfrm>
            <a:off x="1044376" y="3741453"/>
            <a:ext cx="10101664" cy="2061759"/>
          </a:xfrm>
        </p:spPr>
        <p:txBody>
          <a:bodyPr anchor="t" anchorCtr="0"/>
          <a:lstStyle>
            <a:lvl1pPr marL="0" indent="0">
              <a:lnSpc>
                <a:spcPct val="80000"/>
              </a:lnSpc>
              <a:buNone/>
              <a:defRPr sz="4400">
                <a:solidFill>
                  <a:srgbClr val="B2B2B2"/>
                </a:solidFill>
              </a:defRPr>
            </a:lvl1pPr>
            <a:lvl2pPr marL="438115" indent="0">
              <a:buNone/>
              <a:defRPr sz="1900">
                <a:solidFill>
                  <a:schemeClr val="tx1">
                    <a:tint val="75000"/>
                  </a:schemeClr>
                </a:solidFill>
              </a:defRPr>
            </a:lvl2pPr>
            <a:lvl3pPr marL="875999" indent="0">
              <a:buNone/>
              <a:defRPr sz="1600">
                <a:solidFill>
                  <a:schemeClr val="tx1">
                    <a:tint val="75000"/>
                  </a:schemeClr>
                </a:solidFill>
              </a:defRPr>
            </a:lvl3pPr>
            <a:lvl4pPr marL="1313951" indent="0">
              <a:buNone/>
              <a:defRPr sz="1500">
                <a:solidFill>
                  <a:schemeClr val="tx1">
                    <a:tint val="75000"/>
                  </a:schemeClr>
                </a:solidFill>
              </a:defRPr>
            </a:lvl4pPr>
            <a:lvl5pPr marL="1751891" indent="0">
              <a:buNone/>
              <a:defRPr sz="1500">
                <a:solidFill>
                  <a:schemeClr val="tx1">
                    <a:tint val="75000"/>
                  </a:schemeClr>
                </a:solidFill>
              </a:defRPr>
            </a:lvl5pPr>
            <a:lvl6pPr marL="2189833" indent="0">
              <a:buNone/>
              <a:defRPr sz="1500">
                <a:solidFill>
                  <a:schemeClr val="tx1">
                    <a:tint val="75000"/>
                  </a:schemeClr>
                </a:solidFill>
              </a:defRPr>
            </a:lvl6pPr>
            <a:lvl7pPr marL="2627805" indent="0">
              <a:buNone/>
              <a:defRPr sz="1500">
                <a:solidFill>
                  <a:schemeClr val="tx1">
                    <a:tint val="75000"/>
                  </a:schemeClr>
                </a:solidFill>
              </a:defRPr>
            </a:lvl7pPr>
            <a:lvl8pPr marL="3065748" indent="0">
              <a:buNone/>
              <a:defRPr sz="1500">
                <a:solidFill>
                  <a:schemeClr val="tx1">
                    <a:tint val="75000"/>
                  </a:schemeClr>
                </a:solidFill>
              </a:defRPr>
            </a:lvl8pPr>
            <a:lvl9pPr marL="3503714" indent="0">
              <a:buNone/>
              <a:defRPr sz="1500">
                <a:solidFill>
                  <a:schemeClr val="tx1">
                    <a:tint val="75000"/>
                  </a:schemeClr>
                </a:solidFill>
              </a:defRPr>
            </a:lvl9pPr>
          </a:lstStyle>
          <a:p>
            <a:pPr lvl="0"/>
            <a:r>
              <a:rPr lang="en-US" dirty="0" smtClean="0"/>
              <a:t>Click to edit Master subtitle style</a:t>
            </a:r>
          </a:p>
          <a:p>
            <a:pPr lvl="0"/>
            <a:endParaRPr lang="en-US" dirty="0" smtClean="0"/>
          </a:p>
          <a:p>
            <a:pPr lvl="0"/>
            <a:endParaRPr lang="de-DE" dirty="0" smtClean="0"/>
          </a:p>
        </p:txBody>
      </p:sp>
      <p:sp>
        <p:nvSpPr>
          <p:cNvPr id="16" name="Fußzeilenplatzhalter 4"/>
          <p:cNvSpPr>
            <a:spLocks noGrp="1"/>
          </p:cNvSpPr>
          <p:nvPr>
            <p:ph type="ftr" sz="quarter" idx="11"/>
          </p:nvPr>
        </p:nvSpPr>
        <p:spPr>
          <a:xfrm>
            <a:off x="1780161" y="6152561"/>
            <a:ext cx="6828818" cy="360000"/>
          </a:xfrm>
        </p:spPr>
        <p:txBody>
          <a:bodyPr/>
          <a:lstStyle/>
          <a:p>
            <a:endParaRPr lang="en-US" dirty="0">
              <a:solidFill>
                <a:prstClr val="white">
                  <a:lumMod val="50000"/>
                </a:prstClr>
              </a:solidFill>
            </a:endParaRPr>
          </a:p>
        </p:txBody>
      </p:sp>
      <p:sp>
        <p:nvSpPr>
          <p:cNvPr id="17" name="Foliennummernplatzhalter 5"/>
          <p:cNvSpPr>
            <a:spLocks noGrp="1"/>
          </p:cNvSpPr>
          <p:nvPr>
            <p:ph type="sldNum" sz="quarter" idx="12"/>
          </p:nvPr>
        </p:nvSpPr>
        <p:spPr>
          <a:xfrm>
            <a:off x="516253" y="6152561"/>
            <a:ext cx="914308" cy="360000"/>
          </a:xfrm>
        </p:spPr>
        <p:txBody>
          <a:bodyPr/>
          <a:lstStyle/>
          <a:p>
            <a:fld id="{75A4F164-3A46-4CEE-A25C-CA523D5E42F3}" type="slidenum">
              <a:rPr lang="en-US" smtClean="0">
                <a:solidFill>
                  <a:prstClr val="white">
                    <a:lumMod val="50000"/>
                  </a:prstClr>
                </a:solidFill>
              </a:rPr>
              <a:pPr/>
              <a:t>‹#›</a:t>
            </a:fld>
            <a:endParaRPr lang="en-US" dirty="0">
              <a:solidFill>
                <a:prstClr val="white">
                  <a:lumMod val="50000"/>
                </a:prstClr>
              </a:solidFill>
            </a:endParaRPr>
          </a:p>
        </p:txBody>
      </p:sp>
    </p:spTree>
    <p:extLst>
      <p:ext uri="{BB962C8B-B14F-4D97-AF65-F5344CB8AC3E}">
        <p14:creationId xmlns:p14="http://schemas.microsoft.com/office/powerpoint/2010/main" val="2111109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IMAGE">
    <p:spTree>
      <p:nvGrpSpPr>
        <p:cNvPr id="1" name=""/>
        <p:cNvGrpSpPr/>
        <p:nvPr/>
      </p:nvGrpSpPr>
      <p:grpSpPr>
        <a:xfrm>
          <a:off x="0" y="0"/>
          <a:ext cx="0" cy="0"/>
          <a:chOff x="0" y="0"/>
          <a:chExt cx="0" cy="0"/>
        </a:xfrm>
      </p:grpSpPr>
      <p:sp>
        <p:nvSpPr>
          <p:cNvPr id="10" name="Picture Placeholder 9"/>
          <p:cNvSpPr>
            <a:spLocks noGrp="1"/>
          </p:cNvSpPr>
          <p:nvPr>
            <p:ph type="pic" sz="quarter" idx="14"/>
          </p:nvPr>
        </p:nvSpPr>
        <p:spPr bwMode="gray">
          <a:xfrm>
            <a:off x="0" y="0"/>
            <a:ext cx="12190413" cy="6858000"/>
          </a:xfrm>
          <a:solidFill>
            <a:schemeClr val="bg1">
              <a:lumMod val="85000"/>
            </a:schemeClr>
          </a:solidFill>
        </p:spPr>
        <p:txBody>
          <a:bodyPr lIns="137997" tIns="137997" rIns="137997" bIns="137997"/>
          <a:lstStyle>
            <a:lvl1pPr marL="0" indent="0">
              <a:buNone/>
              <a:defRPr/>
            </a:lvl1pPr>
          </a:lstStyle>
          <a:p>
            <a:endParaRPr lang="en-US" dirty="0"/>
          </a:p>
        </p:txBody>
      </p:sp>
      <p:sp>
        <p:nvSpPr>
          <p:cNvPr id="5" name="Date Placeholder 4"/>
          <p:cNvSpPr>
            <a:spLocks noGrp="1"/>
          </p:cNvSpPr>
          <p:nvPr>
            <p:ph type="dt" sz="half" idx="10"/>
          </p:nvPr>
        </p:nvSpPr>
        <p:spPr>
          <a:xfrm>
            <a:off x="10210173" y="6084000"/>
            <a:ext cx="1440001" cy="360000"/>
          </a:xfrm>
          <a:prstGeom prst="rect">
            <a:avLst/>
          </a:prstGeom>
        </p:spPr>
        <p:txBody>
          <a:bodyPr lIns="87998" tIns="43998" rIns="87998" bIns="43998"/>
          <a:lstStyle/>
          <a:p>
            <a:pPr defTabSz="875911"/>
            <a:fld id="{27FC3DAB-407D-4279-8EB6-232635B61438}" type="datetimeFigureOut">
              <a:rPr lang="en-US" sz="1900" smtClean="0">
                <a:solidFill>
                  <a:prstClr val="black"/>
                </a:solidFill>
              </a:rPr>
              <a:pPr defTabSz="875911"/>
              <a:t>10/17/2016</a:t>
            </a:fld>
            <a:endParaRPr lang="en-US" sz="1900">
              <a:solidFill>
                <a:prstClr val="black"/>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2CEFE82-39F2-4F47-8A0C-D5AB3496FA5C}" type="slidenum">
              <a:rPr lang="en-US" smtClean="0">
                <a:solidFill>
                  <a:prstClr val="white">
                    <a:lumMod val="50000"/>
                  </a:prstClr>
                </a:solidFill>
              </a:rPr>
              <a:pPr/>
              <a:t>‹#›</a:t>
            </a:fld>
            <a:endParaRPr lang="en-US">
              <a:solidFill>
                <a:prstClr val="white">
                  <a:lumMod val="50000"/>
                </a:prstClr>
              </a:solidFill>
            </a:endParaRPr>
          </a:p>
        </p:txBody>
      </p:sp>
    </p:spTree>
    <p:extLst>
      <p:ext uri="{BB962C8B-B14F-4D97-AF65-F5344CB8AC3E}">
        <p14:creationId xmlns:p14="http://schemas.microsoft.com/office/powerpoint/2010/main" val="33546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SLIDE 6">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515938" y="1881204"/>
            <a:ext cx="4710112" cy="2649537"/>
          </a:xfrm>
          <a:solidFill>
            <a:schemeClr val="bg1">
              <a:lumMod val="85000"/>
            </a:schemeClr>
          </a:solidFill>
        </p:spPr>
        <p:txBody>
          <a:bodyPr/>
          <a:lstStyle/>
          <a:p>
            <a:endParaRPr lang="en-US"/>
          </a:p>
        </p:txBody>
      </p:sp>
      <p:sp>
        <p:nvSpPr>
          <p:cNvPr id="11" name="Picture Placeholder 10"/>
          <p:cNvSpPr>
            <a:spLocks noGrp="1"/>
          </p:cNvSpPr>
          <p:nvPr>
            <p:ph type="pic" sz="quarter" idx="15"/>
          </p:nvPr>
        </p:nvSpPr>
        <p:spPr>
          <a:xfrm>
            <a:off x="6788153" y="1881204"/>
            <a:ext cx="4708524" cy="2649537"/>
          </a:xfrm>
          <a:solidFill>
            <a:schemeClr val="bg1">
              <a:lumMod val="85000"/>
            </a:schemeClr>
          </a:solidFill>
        </p:spPr>
        <p:txBody>
          <a:bodyPr/>
          <a:lstStyle/>
          <a:p>
            <a:endParaRPr lang="en-US"/>
          </a:p>
        </p:txBody>
      </p:sp>
      <p:sp>
        <p:nvSpPr>
          <p:cNvPr id="4" name="Fußzeilenplatzhalter 3"/>
          <p:cNvSpPr>
            <a:spLocks noGrp="1"/>
          </p:cNvSpPr>
          <p:nvPr>
            <p:ph type="ftr" sz="quarter" idx="11"/>
          </p:nvPr>
        </p:nvSpPr>
        <p:spPr/>
        <p:txBody>
          <a:bodyPr/>
          <a:lstStyle/>
          <a:p>
            <a:endParaRPr lang="en-US" dirty="0">
              <a:solidFill>
                <a:prstClr val="white">
                  <a:lumMod val="50000"/>
                </a:prstClr>
              </a:solidFill>
            </a:endParaRPr>
          </a:p>
        </p:txBody>
      </p:sp>
      <p:sp>
        <p:nvSpPr>
          <p:cNvPr id="5" name="Foliennummernplatzhalter 4"/>
          <p:cNvSpPr>
            <a:spLocks noGrp="1"/>
          </p:cNvSpPr>
          <p:nvPr>
            <p:ph type="sldNum" sz="quarter" idx="12"/>
          </p:nvPr>
        </p:nvSpPr>
        <p:spPr/>
        <p:txBody>
          <a:bodyPr/>
          <a:lstStyle/>
          <a:p>
            <a:fld id="{75A4F164-3A46-4CEE-A25C-CA523D5E42F3}" type="slidenum">
              <a:rPr lang="en-US" smtClean="0">
                <a:solidFill>
                  <a:prstClr val="white">
                    <a:lumMod val="50000"/>
                  </a:prstClr>
                </a:solidFill>
              </a:rPr>
              <a:pPr/>
              <a:t>‹#›</a:t>
            </a:fld>
            <a:endParaRPr lang="en-US" dirty="0">
              <a:solidFill>
                <a:prstClr val="white">
                  <a:lumMod val="50000"/>
                </a:prstClr>
              </a:solidFill>
            </a:endParaRPr>
          </a:p>
        </p:txBody>
      </p:sp>
      <p:sp>
        <p:nvSpPr>
          <p:cNvPr id="7" name="Titel 1"/>
          <p:cNvSpPr>
            <a:spLocks noGrp="1"/>
          </p:cNvSpPr>
          <p:nvPr>
            <p:ph type="title" hasCustomPrompt="1"/>
          </p:nvPr>
        </p:nvSpPr>
        <p:spPr>
          <a:xfrm>
            <a:off x="554611" y="410829"/>
            <a:ext cx="11095773" cy="1073123"/>
          </a:xfrm>
        </p:spPr>
        <p:txBody>
          <a:bodyPr/>
          <a:lstStyle>
            <a:lvl1pPr>
              <a:defRPr>
                <a:solidFill>
                  <a:schemeClr val="tx1"/>
                </a:solidFill>
              </a:defRPr>
            </a:lvl1pPr>
          </a:lstStyle>
          <a:p>
            <a:r>
              <a:rPr lang="en-US" dirty="0" smtClean="0"/>
              <a:t>Click to edit Master title style </a:t>
            </a:r>
            <a:endParaRPr lang="en-US" dirty="0"/>
          </a:p>
        </p:txBody>
      </p:sp>
      <p:sp>
        <p:nvSpPr>
          <p:cNvPr id="8" name="Textplatzhalter 12"/>
          <p:cNvSpPr>
            <a:spLocks noGrp="1"/>
          </p:cNvSpPr>
          <p:nvPr>
            <p:ph type="body" sz="quarter" idx="13" hasCustomPrompt="1"/>
          </p:nvPr>
        </p:nvSpPr>
        <p:spPr>
          <a:xfrm>
            <a:off x="554039" y="942477"/>
            <a:ext cx="11095562" cy="541475"/>
          </a:xfrm>
        </p:spPr>
        <p:txBody>
          <a:bodyPr lIns="10798" anchor="t" anchorCtr="0"/>
          <a:lstStyle>
            <a:lvl1pPr marL="0" indent="0">
              <a:buNone/>
              <a:defRPr>
                <a:solidFill>
                  <a:srgbClr val="7F7F7F"/>
                </a:solidFill>
              </a:defRPr>
            </a:lvl1pPr>
          </a:lstStyle>
          <a:p>
            <a:r>
              <a:rPr lang="en-US" noProof="1" smtClean="0">
                <a:latin typeface="Calibri Light" panose="020F0302020204030204" pitchFamily="34" charset="0"/>
              </a:rPr>
              <a:t>Enter your subheadline here</a:t>
            </a:r>
            <a:endParaRPr lang="en-US" noProof="1">
              <a:latin typeface="Calibri Light" panose="020F0302020204030204" pitchFamily="34" charset="0"/>
            </a:endParaRPr>
          </a:p>
        </p:txBody>
      </p:sp>
    </p:spTree>
    <p:extLst>
      <p:ext uri="{BB962C8B-B14F-4D97-AF65-F5344CB8AC3E}">
        <p14:creationId xmlns:p14="http://schemas.microsoft.com/office/powerpoint/2010/main" val="3519834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47" name="Gruppieren 146"/>
          <p:cNvGrpSpPr/>
          <p:nvPr userDrawn="1"/>
        </p:nvGrpSpPr>
        <p:grpSpPr>
          <a:xfrm>
            <a:off x="-1585" y="-372424"/>
            <a:ext cx="12191999" cy="7224075"/>
            <a:chOff x="-1587" y="-372423"/>
            <a:chExt cx="12192000" cy="7224074"/>
          </a:xfrm>
        </p:grpSpPr>
        <p:grpSp>
          <p:nvGrpSpPr>
            <p:cNvPr id="146" name="Gruppieren 145"/>
            <p:cNvGrpSpPr/>
            <p:nvPr userDrawn="1"/>
          </p:nvGrpSpPr>
          <p:grpSpPr>
            <a:xfrm>
              <a:off x="8469852" y="-372423"/>
              <a:ext cx="3557487" cy="2031571"/>
              <a:chOff x="8469852" y="-372423"/>
              <a:chExt cx="3557487" cy="2031571"/>
            </a:xfrm>
          </p:grpSpPr>
          <p:grpSp>
            <p:nvGrpSpPr>
              <p:cNvPr id="143" name="Gruppieren 142"/>
              <p:cNvGrpSpPr/>
              <p:nvPr userDrawn="1"/>
            </p:nvGrpSpPr>
            <p:grpSpPr>
              <a:xfrm>
                <a:off x="9963722" y="-372423"/>
                <a:ext cx="2063617" cy="2031571"/>
                <a:chOff x="9963722" y="-372423"/>
                <a:chExt cx="2063617" cy="2031571"/>
              </a:xfrm>
            </p:grpSpPr>
            <p:sp>
              <p:nvSpPr>
                <p:cNvPr id="137" name="Rechteck 136"/>
                <p:cNvSpPr/>
                <p:nvPr userDrawn="1"/>
              </p:nvSpPr>
              <p:spPr>
                <a:xfrm>
                  <a:off x="10351275" y="0"/>
                  <a:ext cx="1676064" cy="1294816"/>
                </a:xfrm>
                <a:custGeom>
                  <a:avLst/>
                  <a:gdLst/>
                  <a:ahLst/>
                  <a:cxnLst/>
                  <a:rect l="l" t="t" r="r" b="b"/>
                  <a:pathLst>
                    <a:path w="1676064" h="1294816">
                      <a:moveTo>
                        <a:pt x="768328" y="1294665"/>
                      </a:moveTo>
                      <a:lnTo>
                        <a:pt x="768221" y="1294816"/>
                      </a:lnTo>
                      <a:lnTo>
                        <a:pt x="384220" y="1294741"/>
                      </a:lnTo>
                      <a:close/>
                      <a:moveTo>
                        <a:pt x="56" y="1294584"/>
                      </a:moveTo>
                      <a:lnTo>
                        <a:pt x="113" y="1294664"/>
                      </a:lnTo>
                      <a:lnTo>
                        <a:pt x="0" y="1294664"/>
                      </a:lnTo>
                      <a:close/>
                      <a:moveTo>
                        <a:pt x="908268" y="0"/>
                      </a:moveTo>
                      <a:lnTo>
                        <a:pt x="1676064" y="0"/>
                      </a:lnTo>
                      <a:lnTo>
                        <a:pt x="768385" y="1294584"/>
                      </a:lnTo>
                      <a:lnTo>
                        <a:pt x="384221" y="746988"/>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5" name="Flussdiagramm: Daten 6"/>
                <p:cNvSpPr/>
                <p:nvPr userDrawn="1"/>
              </p:nvSpPr>
              <p:spPr>
                <a:xfrm rot="14100000">
                  <a:off x="9263120" y="328179"/>
                  <a:ext cx="2031571" cy="630368"/>
                </a:xfrm>
                <a:custGeom>
                  <a:avLst/>
                  <a:gdLst/>
                  <a:ahLst/>
                  <a:cxnLst/>
                  <a:rect l="l" t="t" r="r" b="b"/>
                  <a:pathLst>
                    <a:path w="2031571" h="630368">
                      <a:moveTo>
                        <a:pt x="440695" y="990"/>
                      </a:moveTo>
                      <a:lnTo>
                        <a:pt x="220318" y="315588"/>
                      </a:lnTo>
                      <a:lnTo>
                        <a:pt x="440509" y="991"/>
                      </a:lnTo>
                      <a:close/>
                      <a:moveTo>
                        <a:pt x="99" y="630367"/>
                      </a:moveTo>
                      <a:lnTo>
                        <a:pt x="0" y="630368"/>
                      </a:lnTo>
                      <a:lnTo>
                        <a:pt x="65" y="630275"/>
                      </a:lnTo>
                      <a:close/>
                      <a:moveTo>
                        <a:pt x="2031571" y="0"/>
                      </a:moveTo>
                      <a:lnTo>
                        <a:pt x="1591184" y="628938"/>
                      </a:lnTo>
                      <a:lnTo>
                        <a:pt x="669011" y="629766"/>
                      </a:lnTo>
                      <a:lnTo>
                        <a:pt x="440794" y="991"/>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6" name="Flussdiagramm: Daten 6"/>
                <p:cNvSpPr/>
                <p:nvPr userDrawn="1"/>
              </p:nvSpPr>
              <p:spPr>
                <a:xfrm rot="7500000" flipH="1">
                  <a:off x="10466464" y="886437"/>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45" name="Gruppieren 144"/>
              <p:cNvGrpSpPr/>
              <p:nvPr userDrawn="1"/>
            </p:nvGrpSpPr>
            <p:grpSpPr>
              <a:xfrm>
                <a:off x="8469852" y="-203236"/>
                <a:ext cx="1164785" cy="1176456"/>
                <a:chOff x="8469852" y="-203236"/>
                <a:chExt cx="1164785" cy="1176456"/>
              </a:xfrm>
            </p:grpSpPr>
            <p:sp>
              <p:nvSpPr>
                <p:cNvPr id="142" name="Rechteck 141"/>
                <p:cNvSpPr/>
                <p:nvPr userDrawn="1"/>
              </p:nvSpPr>
              <p:spPr>
                <a:xfrm>
                  <a:off x="8711434" y="0"/>
                  <a:ext cx="923203" cy="777996"/>
                </a:xfrm>
                <a:custGeom>
                  <a:avLst/>
                  <a:gdLst/>
                  <a:ahLst/>
                  <a:cxnLst/>
                  <a:rect l="l" t="t" r="r" b="b"/>
                  <a:pathLst>
                    <a:path w="923203" h="777996">
                      <a:moveTo>
                        <a:pt x="377775" y="777921"/>
                      </a:moveTo>
                      <a:lnTo>
                        <a:pt x="377723" y="777996"/>
                      </a:lnTo>
                      <a:lnTo>
                        <a:pt x="188914" y="777959"/>
                      </a:lnTo>
                      <a:close/>
                      <a:moveTo>
                        <a:pt x="27" y="777881"/>
                      </a:moveTo>
                      <a:lnTo>
                        <a:pt x="55" y="777921"/>
                      </a:lnTo>
                      <a:lnTo>
                        <a:pt x="0" y="777921"/>
                      </a:lnTo>
                      <a:close/>
                      <a:moveTo>
                        <a:pt x="545748" y="0"/>
                      </a:moveTo>
                      <a:lnTo>
                        <a:pt x="923203" y="0"/>
                      </a:lnTo>
                      <a:lnTo>
                        <a:pt x="377803" y="777882"/>
                      </a:lnTo>
                      <a:lnTo>
                        <a:pt x="188915" y="508638"/>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129" name="Flussdiagramm: Daten 6"/>
                <p:cNvSpPr/>
                <p:nvPr userDrawn="1"/>
              </p:nvSpPr>
              <p:spPr>
                <a:xfrm rot="14100000">
                  <a:off x="8036650" y="229966"/>
                  <a:ext cx="1176456" cy="310052"/>
                </a:xfrm>
                <a:custGeom>
                  <a:avLst/>
                  <a:gdLst/>
                  <a:ahLst/>
                  <a:cxnLst/>
                  <a:rect l="l" t="t" r="r" b="b"/>
                  <a:pathLst>
                    <a:path w="1176456" h="310052">
                      <a:moveTo>
                        <a:pt x="216683" y="598"/>
                      </a:moveTo>
                      <a:lnTo>
                        <a:pt x="108326" y="155280"/>
                      </a:lnTo>
                      <a:lnTo>
                        <a:pt x="216592" y="597"/>
                      </a:lnTo>
                      <a:close/>
                      <a:moveTo>
                        <a:pt x="49" y="310052"/>
                      </a:moveTo>
                      <a:lnTo>
                        <a:pt x="0" y="310052"/>
                      </a:lnTo>
                      <a:lnTo>
                        <a:pt x="32" y="310008"/>
                      </a:lnTo>
                      <a:close/>
                      <a:moveTo>
                        <a:pt x="1176456" y="0"/>
                      </a:moveTo>
                      <a:lnTo>
                        <a:pt x="959958" y="309190"/>
                      </a:lnTo>
                      <a:lnTo>
                        <a:pt x="328941" y="309757"/>
                      </a:lnTo>
                      <a:lnTo>
                        <a:pt x="216731" y="597"/>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0" name="Flussdiagramm: Daten 6"/>
                <p:cNvSpPr/>
                <p:nvPr userDrawn="1"/>
              </p:nvSpPr>
              <p:spPr>
                <a:xfrm rot="7500000" flipH="1">
                  <a:off x="8768070" y="577201"/>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44" name="Gruppieren 143"/>
              <p:cNvGrpSpPr/>
              <p:nvPr userDrawn="1"/>
            </p:nvGrpSpPr>
            <p:grpSpPr>
              <a:xfrm>
                <a:off x="9790486" y="-254075"/>
                <a:ext cx="1139526" cy="1012205"/>
                <a:chOff x="9790486" y="-254075"/>
                <a:chExt cx="1139526" cy="1012205"/>
              </a:xfrm>
            </p:grpSpPr>
            <p:sp>
              <p:nvSpPr>
                <p:cNvPr id="139" name="Rechteck 138"/>
                <p:cNvSpPr/>
                <p:nvPr userDrawn="1"/>
              </p:nvSpPr>
              <p:spPr>
                <a:xfrm>
                  <a:off x="9913387" y="0"/>
                  <a:ext cx="1016625" cy="512124"/>
                </a:xfrm>
                <a:custGeom>
                  <a:avLst/>
                  <a:gdLst/>
                  <a:ahLst/>
                  <a:cxnLst/>
                  <a:rect l="l" t="t" r="r" b="b"/>
                  <a:pathLst>
                    <a:path w="1016625" h="512124">
                      <a:moveTo>
                        <a:pt x="657647" y="511994"/>
                      </a:moveTo>
                      <a:lnTo>
                        <a:pt x="657556" y="512124"/>
                      </a:lnTo>
                      <a:lnTo>
                        <a:pt x="328872" y="512059"/>
                      </a:lnTo>
                      <a:close/>
                      <a:moveTo>
                        <a:pt x="48" y="511925"/>
                      </a:moveTo>
                      <a:lnTo>
                        <a:pt x="96" y="511994"/>
                      </a:lnTo>
                      <a:lnTo>
                        <a:pt x="0" y="511994"/>
                      </a:lnTo>
                      <a:close/>
                      <a:moveTo>
                        <a:pt x="359187" y="0"/>
                      </a:moveTo>
                      <a:lnTo>
                        <a:pt x="1016625" y="0"/>
                      </a:lnTo>
                      <a:lnTo>
                        <a:pt x="657696" y="511925"/>
                      </a:lnTo>
                      <a:lnTo>
                        <a:pt x="328872" y="43212"/>
                      </a:lnTo>
                      <a:close/>
                    </a:path>
                  </a:pathLst>
                </a:cu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133" name="Flussdiagramm: Daten 6"/>
                <p:cNvSpPr/>
                <p:nvPr userDrawn="1"/>
              </p:nvSpPr>
              <p:spPr>
                <a:xfrm rot="14100000">
                  <a:off x="9553938" y="-17527"/>
                  <a:ext cx="1012205" cy="539109"/>
                </a:xfrm>
                <a:custGeom>
                  <a:avLst/>
                  <a:gdLst/>
                  <a:ahLst/>
                  <a:cxnLst/>
                  <a:rect l="l" t="t" r="r" b="b"/>
                  <a:pathLst>
                    <a:path w="1012205" h="539109">
                      <a:moveTo>
                        <a:pt x="377213" y="396"/>
                      </a:moveTo>
                      <a:lnTo>
                        <a:pt x="188581" y="269674"/>
                      </a:lnTo>
                      <a:lnTo>
                        <a:pt x="377052" y="396"/>
                      </a:lnTo>
                      <a:close/>
                      <a:moveTo>
                        <a:pt x="86" y="539109"/>
                      </a:moveTo>
                      <a:lnTo>
                        <a:pt x="0" y="539109"/>
                      </a:lnTo>
                      <a:lnTo>
                        <a:pt x="57" y="539030"/>
                      </a:lnTo>
                      <a:close/>
                      <a:moveTo>
                        <a:pt x="1012205" y="0"/>
                      </a:moveTo>
                      <a:lnTo>
                        <a:pt x="635116" y="538539"/>
                      </a:lnTo>
                      <a:lnTo>
                        <a:pt x="572637" y="538595"/>
                      </a:lnTo>
                      <a:lnTo>
                        <a:pt x="377297" y="396"/>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4" name="Flussdiagramm: Daten 6"/>
                <p:cNvSpPr/>
                <p:nvPr userDrawn="1"/>
              </p:nvSpPr>
              <p:spPr>
                <a:xfrm rot="7500000" flipH="1">
                  <a:off x="10011983" y="162573"/>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sp>
          <p:nvSpPr>
            <p:cNvPr id="10" name="Rechteck 9"/>
            <p:cNvSpPr/>
            <p:nvPr userDrawn="1"/>
          </p:nvSpPr>
          <p:spPr>
            <a:xfrm>
              <a:off x="-1587" y="1"/>
              <a:ext cx="12192000" cy="6851650"/>
            </a:xfrm>
            <a:prstGeom prst="rect">
              <a:avLst/>
            </a:prstGeom>
            <a:gradFill>
              <a:gsLst>
                <a:gs pos="13000">
                  <a:schemeClr val="bg1"/>
                </a:gs>
                <a:gs pos="100000">
                  <a:schemeClr val="bg1">
                    <a:alpha val="58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e</a:t>
              </a:r>
              <a:endParaRPr lang="de-DE" dirty="0"/>
            </a:p>
          </p:txBody>
        </p:sp>
      </p:grpSp>
      <p:sp>
        <p:nvSpPr>
          <p:cNvPr id="5" name="Fußzeilenplatzhalter 4"/>
          <p:cNvSpPr>
            <a:spLocks noGrp="1"/>
          </p:cNvSpPr>
          <p:nvPr userDrawn="1">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6" name="Foliennummernplatzhalter 5"/>
          <p:cNvSpPr>
            <a:spLocks noGrp="1"/>
          </p:cNvSpPr>
          <p:nvPr userDrawn="1">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2" name="Titelplatzhalter 1"/>
          <p:cNvSpPr>
            <a:spLocks noGrp="1"/>
          </p:cNvSpPr>
          <p:nvPr userDrawn="1">
            <p:ph type="title"/>
          </p:nvPr>
        </p:nvSpPr>
        <p:spPr>
          <a:xfrm>
            <a:off x="516255" y="410829"/>
            <a:ext cx="11134410" cy="1073123"/>
          </a:xfrm>
          <a:prstGeom prst="rect">
            <a:avLst/>
          </a:prstGeom>
        </p:spPr>
        <p:txBody>
          <a:bodyPr vert="horz" lIns="0" tIns="0" rIns="0" bIns="0" rtlCol="0" anchor="t" anchorCtr="0">
            <a:normAutofit/>
          </a:bodyPr>
          <a:lstStyle/>
          <a:p>
            <a:pPr lvl="0"/>
            <a:r>
              <a:rPr lang="de-DE" dirty="0" smtClean="0"/>
              <a:t>TITELMASTERFORMAT DURCH KLICKEN BEARBEITEN</a:t>
            </a:r>
            <a:endParaRPr lang="en-US" dirty="0"/>
          </a:p>
        </p:txBody>
      </p:sp>
      <p:sp>
        <p:nvSpPr>
          <p:cNvPr id="3" name="Textplatzhalter 2"/>
          <p:cNvSpPr>
            <a:spLocks noGrp="1"/>
          </p:cNvSpPr>
          <p:nvPr userDrawn="1">
            <p:ph type="body" idx="1"/>
          </p:nvPr>
        </p:nvSpPr>
        <p:spPr>
          <a:xfrm>
            <a:off x="516255" y="1483952"/>
            <a:ext cx="11134410" cy="4321536"/>
          </a:xfrm>
          <a:prstGeom prst="rect">
            <a:avLst/>
          </a:prstGeom>
        </p:spPr>
        <p:txBody>
          <a:bodyPr vert="horz" lIns="10798" tIns="0" rIns="0" bIns="0" rtlCol="0">
            <a:noAutofit/>
          </a:body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1187222015"/>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01" r:id="rId3"/>
    <p:sldLayoutId id="2147483709" r:id="rId4"/>
    <p:sldLayoutId id="2147483710" r:id="rId5"/>
    <p:sldLayoutId id="2147483681" r:id="rId6"/>
    <p:sldLayoutId id="2147483679" r:id="rId7"/>
    <p:sldLayoutId id="2147483680" r:id="rId8"/>
    <p:sldLayoutId id="2147483734" r:id="rId9"/>
    <p:sldLayoutId id="2147483689"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defTabSz="914127" rtl="0" eaLnBrk="1" latinLnBrk="0" hangingPunct="1">
        <a:spcBef>
          <a:spcPct val="0"/>
        </a:spcBef>
        <a:buNone/>
        <a:defRPr lang="en-US" sz="3600" b="0" kern="1200" dirty="0">
          <a:solidFill>
            <a:schemeClr val="tx1"/>
          </a:solidFill>
          <a:latin typeface="+mj-lt"/>
          <a:ea typeface="+mj-ea"/>
          <a:cs typeface="+mj-cs"/>
        </a:defRPr>
      </a:lvl1pPr>
    </p:titleStyle>
    <p:body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tx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tx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tx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tx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tx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127" rtl="0" eaLnBrk="1" latinLnBrk="0" hangingPunct="1">
        <a:defRPr sz="1900" kern="1200">
          <a:solidFill>
            <a:schemeClr val="tx1"/>
          </a:solidFill>
          <a:latin typeface="+mn-lt"/>
          <a:ea typeface="+mn-ea"/>
          <a:cs typeface="+mn-cs"/>
        </a:defRPr>
      </a:lvl1pPr>
      <a:lvl2pPr marL="457064" algn="l" defTabSz="914127" rtl="0" eaLnBrk="1" latinLnBrk="0" hangingPunct="1">
        <a:defRPr sz="1900" kern="1200">
          <a:solidFill>
            <a:schemeClr val="tx1"/>
          </a:solidFill>
          <a:latin typeface="+mn-lt"/>
          <a:ea typeface="+mn-ea"/>
          <a:cs typeface="+mn-cs"/>
        </a:defRPr>
      </a:lvl2pPr>
      <a:lvl3pPr marL="914127" algn="l" defTabSz="914127" rtl="0" eaLnBrk="1" latinLnBrk="0" hangingPunct="1">
        <a:defRPr sz="1900" kern="1200">
          <a:solidFill>
            <a:schemeClr val="tx1"/>
          </a:solidFill>
          <a:latin typeface="+mn-lt"/>
          <a:ea typeface="+mn-ea"/>
          <a:cs typeface="+mn-cs"/>
        </a:defRPr>
      </a:lvl3pPr>
      <a:lvl4pPr marL="1371190" algn="l" defTabSz="914127" rtl="0" eaLnBrk="1" latinLnBrk="0" hangingPunct="1">
        <a:defRPr sz="1900" kern="1200">
          <a:solidFill>
            <a:schemeClr val="tx1"/>
          </a:solidFill>
          <a:latin typeface="+mn-lt"/>
          <a:ea typeface="+mn-ea"/>
          <a:cs typeface="+mn-cs"/>
        </a:defRPr>
      </a:lvl4pPr>
      <a:lvl5pPr marL="1828252" algn="l" defTabSz="914127" rtl="0" eaLnBrk="1" latinLnBrk="0" hangingPunct="1">
        <a:defRPr sz="1900" kern="1200">
          <a:solidFill>
            <a:schemeClr val="tx1"/>
          </a:solidFill>
          <a:latin typeface="+mn-lt"/>
          <a:ea typeface="+mn-ea"/>
          <a:cs typeface="+mn-cs"/>
        </a:defRPr>
      </a:lvl5pPr>
      <a:lvl6pPr marL="2285314" algn="l" defTabSz="914127" rtl="0" eaLnBrk="1" latinLnBrk="0" hangingPunct="1">
        <a:defRPr sz="1900" kern="1200">
          <a:solidFill>
            <a:schemeClr val="tx1"/>
          </a:solidFill>
          <a:latin typeface="+mn-lt"/>
          <a:ea typeface="+mn-ea"/>
          <a:cs typeface="+mn-cs"/>
        </a:defRPr>
      </a:lvl6pPr>
      <a:lvl7pPr marL="2742378" algn="l" defTabSz="914127" rtl="0" eaLnBrk="1" latinLnBrk="0" hangingPunct="1">
        <a:defRPr sz="1900" kern="1200">
          <a:solidFill>
            <a:schemeClr val="tx1"/>
          </a:solidFill>
          <a:latin typeface="+mn-lt"/>
          <a:ea typeface="+mn-ea"/>
          <a:cs typeface="+mn-cs"/>
        </a:defRPr>
      </a:lvl7pPr>
      <a:lvl8pPr marL="3199440" algn="l" defTabSz="914127" rtl="0" eaLnBrk="1" latinLnBrk="0" hangingPunct="1">
        <a:defRPr sz="1900" kern="1200">
          <a:solidFill>
            <a:schemeClr val="tx1"/>
          </a:solidFill>
          <a:latin typeface="+mn-lt"/>
          <a:ea typeface="+mn-ea"/>
          <a:cs typeface="+mn-cs"/>
        </a:defRPr>
      </a:lvl8pPr>
      <a:lvl9pPr marL="3656504" algn="l" defTabSz="914127"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36" name="Gruppieren 135"/>
          <p:cNvGrpSpPr/>
          <p:nvPr userDrawn="1"/>
        </p:nvGrpSpPr>
        <p:grpSpPr>
          <a:xfrm>
            <a:off x="-1585" y="-372424"/>
            <a:ext cx="12191999" cy="7224075"/>
            <a:chOff x="-1587" y="-372423"/>
            <a:chExt cx="12192000" cy="7224074"/>
          </a:xfrm>
        </p:grpSpPr>
        <p:grpSp>
          <p:nvGrpSpPr>
            <p:cNvPr id="137" name="Gruppieren 136"/>
            <p:cNvGrpSpPr/>
            <p:nvPr userDrawn="1"/>
          </p:nvGrpSpPr>
          <p:grpSpPr>
            <a:xfrm>
              <a:off x="8469852" y="-372423"/>
              <a:ext cx="3557487" cy="2031571"/>
              <a:chOff x="8469852" y="-372423"/>
              <a:chExt cx="3557487" cy="2031571"/>
            </a:xfrm>
          </p:grpSpPr>
          <p:grpSp>
            <p:nvGrpSpPr>
              <p:cNvPr id="139" name="Gruppieren 138"/>
              <p:cNvGrpSpPr/>
              <p:nvPr userDrawn="1"/>
            </p:nvGrpSpPr>
            <p:grpSpPr>
              <a:xfrm>
                <a:off x="9963722" y="-372423"/>
                <a:ext cx="2063617" cy="2031571"/>
                <a:chOff x="9963722" y="-372423"/>
                <a:chExt cx="2063617" cy="2031571"/>
              </a:xfrm>
            </p:grpSpPr>
            <p:sp>
              <p:nvSpPr>
                <p:cNvPr id="148" name="Rechteck 136"/>
                <p:cNvSpPr/>
                <p:nvPr userDrawn="1"/>
              </p:nvSpPr>
              <p:spPr>
                <a:xfrm>
                  <a:off x="10351275" y="0"/>
                  <a:ext cx="1676064" cy="1294816"/>
                </a:xfrm>
                <a:custGeom>
                  <a:avLst/>
                  <a:gdLst/>
                  <a:ahLst/>
                  <a:cxnLst/>
                  <a:rect l="l" t="t" r="r" b="b"/>
                  <a:pathLst>
                    <a:path w="1676064" h="1294816">
                      <a:moveTo>
                        <a:pt x="768328" y="1294665"/>
                      </a:moveTo>
                      <a:lnTo>
                        <a:pt x="768221" y="1294816"/>
                      </a:lnTo>
                      <a:lnTo>
                        <a:pt x="384220" y="1294741"/>
                      </a:lnTo>
                      <a:close/>
                      <a:moveTo>
                        <a:pt x="56" y="1294584"/>
                      </a:moveTo>
                      <a:lnTo>
                        <a:pt x="113" y="1294664"/>
                      </a:lnTo>
                      <a:lnTo>
                        <a:pt x="0" y="1294664"/>
                      </a:lnTo>
                      <a:close/>
                      <a:moveTo>
                        <a:pt x="908268" y="0"/>
                      </a:moveTo>
                      <a:lnTo>
                        <a:pt x="1676064" y="0"/>
                      </a:lnTo>
                      <a:lnTo>
                        <a:pt x="768385" y="1294584"/>
                      </a:lnTo>
                      <a:lnTo>
                        <a:pt x="384221" y="746988"/>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9" name="Flussdiagramm: Daten 6"/>
                <p:cNvSpPr/>
                <p:nvPr userDrawn="1"/>
              </p:nvSpPr>
              <p:spPr>
                <a:xfrm rot="14100000">
                  <a:off x="9263120" y="328179"/>
                  <a:ext cx="2031571" cy="630368"/>
                </a:xfrm>
                <a:custGeom>
                  <a:avLst/>
                  <a:gdLst/>
                  <a:ahLst/>
                  <a:cxnLst/>
                  <a:rect l="l" t="t" r="r" b="b"/>
                  <a:pathLst>
                    <a:path w="2031571" h="630368">
                      <a:moveTo>
                        <a:pt x="440695" y="990"/>
                      </a:moveTo>
                      <a:lnTo>
                        <a:pt x="220318" y="315588"/>
                      </a:lnTo>
                      <a:lnTo>
                        <a:pt x="440509" y="991"/>
                      </a:lnTo>
                      <a:close/>
                      <a:moveTo>
                        <a:pt x="99" y="630367"/>
                      </a:moveTo>
                      <a:lnTo>
                        <a:pt x="0" y="630368"/>
                      </a:lnTo>
                      <a:lnTo>
                        <a:pt x="65" y="630275"/>
                      </a:lnTo>
                      <a:close/>
                      <a:moveTo>
                        <a:pt x="2031571" y="0"/>
                      </a:moveTo>
                      <a:lnTo>
                        <a:pt x="1591184" y="628938"/>
                      </a:lnTo>
                      <a:lnTo>
                        <a:pt x="669011" y="629766"/>
                      </a:lnTo>
                      <a:lnTo>
                        <a:pt x="440794" y="991"/>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0" name="Flussdiagramm: Daten 6"/>
                <p:cNvSpPr/>
                <p:nvPr userDrawn="1"/>
              </p:nvSpPr>
              <p:spPr>
                <a:xfrm rot="7500000" flipH="1">
                  <a:off x="10466464" y="886437"/>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40" name="Gruppieren 139"/>
              <p:cNvGrpSpPr/>
              <p:nvPr userDrawn="1"/>
            </p:nvGrpSpPr>
            <p:grpSpPr>
              <a:xfrm>
                <a:off x="8469852" y="-203236"/>
                <a:ext cx="1164785" cy="1176456"/>
                <a:chOff x="8469852" y="-203236"/>
                <a:chExt cx="1164785" cy="1176456"/>
              </a:xfrm>
            </p:grpSpPr>
            <p:sp>
              <p:nvSpPr>
                <p:cNvPr id="145" name="Rechteck 141"/>
                <p:cNvSpPr/>
                <p:nvPr userDrawn="1"/>
              </p:nvSpPr>
              <p:spPr>
                <a:xfrm>
                  <a:off x="8711434" y="0"/>
                  <a:ext cx="923203" cy="777996"/>
                </a:xfrm>
                <a:custGeom>
                  <a:avLst/>
                  <a:gdLst/>
                  <a:ahLst/>
                  <a:cxnLst/>
                  <a:rect l="l" t="t" r="r" b="b"/>
                  <a:pathLst>
                    <a:path w="923203" h="777996">
                      <a:moveTo>
                        <a:pt x="377775" y="777921"/>
                      </a:moveTo>
                      <a:lnTo>
                        <a:pt x="377723" y="777996"/>
                      </a:lnTo>
                      <a:lnTo>
                        <a:pt x="188914" y="777959"/>
                      </a:lnTo>
                      <a:close/>
                      <a:moveTo>
                        <a:pt x="27" y="777881"/>
                      </a:moveTo>
                      <a:lnTo>
                        <a:pt x="55" y="777921"/>
                      </a:lnTo>
                      <a:lnTo>
                        <a:pt x="0" y="777921"/>
                      </a:lnTo>
                      <a:close/>
                      <a:moveTo>
                        <a:pt x="545748" y="0"/>
                      </a:moveTo>
                      <a:lnTo>
                        <a:pt x="923203" y="0"/>
                      </a:lnTo>
                      <a:lnTo>
                        <a:pt x="377803" y="777882"/>
                      </a:lnTo>
                      <a:lnTo>
                        <a:pt x="188915" y="508638"/>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146" name="Flussdiagramm: Daten 6"/>
                <p:cNvSpPr/>
                <p:nvPr userDrawn="1"/>
              </p:nvSpPr>
              <p:spPr>
                <a:xfrm rot="14100000">
                  <a:off x="8036650" y="229966"/>
                  <a:ext cx="1176456" cy="310052"/>
                </a:xfrm>
                <a:custGeom>
                  <a:avLst/>
                  <a:gdLst/>
                  <a:ahLst/>
                  <a:cxnLst/>
                  <a:rect l="l" t="t" r="r" b="b"/>
                  <a:pathLst>
                    <a:path w="1176456" h="310052">
                      <a:moveTo>
                        <a:pt x="216683" y="598"/>
                      </a:moveTo>
                      <a:lnTo>
                        <a:pt x="108326" y="155280"/>
                      </a:lnTo>
                      <a:lnTo>
                        <a:pt x="216592" y="597"/>
                      </a:lnTo>
                      <a:close/>
                      <a:moveTo>
                        <a:pt x="49" y="310052"/>
                      </a:moveTo>
                      <a:lnTo>
                        <a:pt x="0" y="310052"/>
                      </a:lnTo>
                      <a:lnTo>
                        <a:pt x="32" y="310008"/>
                      </a:lnTo>
                      <a:close/>
                      <a:moveTo>
                        <a:pt x="1176456" y="0"/>
                      </a:moveTo>
                      <a:lnTo>
                        <a:pt x="959958" y="309190"/>
                      </a:lnTo>
                      <a:lnTo>
                        <a:pt x="328941" y="309757"/>
                      </a:lnTo>
                      <a:lnTo>
                        <a:pt x="216731" y="597"/>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7" name="Flussdiagramm: Daten 6"/>
                <p:cNvSpPr/>
                <p:nvPr userDrawn="1"/>
              </p:nvSpPr>
              <p:spPr>
                <a:xfrm rot="7500000" flipH="1">
                  <a:off x="8768070" y="577201"/>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41" name="Gruppieren 140"/>
              <p:cNvGrpSpPr/>
              <p:nvPr userDrawn="1"/>
            </p:nvGrpSpPr>
            <p:grpSpPr>
              <a:xfrm>
                <a:off x="9790486" y="-254075"/>
                <a:ext cx="1139526" cy="1012205"/>
                <a:chOff x="9790486" y="-254075"/>
                <a:chExt cx="1139526" cy="1012205"/>
              </a:xfrm>
            </p:grpSpPr>
            <p:sp>
              <p:nvSpPr>
                <p:cNvPr id="142" name="Rechteck 138"/>
                <p:cNvSpPr/>
                <p:nvPr userDrawn="1"/>
              </p:nvSpPr>
              <p:spPr>
                <a:xfrm>
                  <a:off x="9913387" y="0"/>
                  <a:ext cx="1016625" cy="512124"/>
                </a:xfrm>
                <a:custGeom>
                  <a:avLst/>
                  <a:gdLst/>
                  <a:ahLst/>
                  <a:cxnLst/>
                  <a:rect l="l" t="t" r="r" b="b"/>
                  <a:pathLst>
                    <a:path w="1016625" h="512124">
                      <a:moveTo>
                        <a:pt x="657647" y="511994"/>
                      </a:moveTo>
                      <a:lnTo>
                        <a:pt x="657556" y="512124"/>
                      </a:lnTo>
                      <a:lnTo>
                        <a:pt x="328872" y="512059"/>
                      </a:lnTo>
                      <a:close/>
                      <a:moveTo>
                        <a:pt x="48" y="511925"/>
                      </a:moveTo>
                      <a:lnTo>
                        <a:pt x="96" y="511994"/>
                      </a:lnTo>
                      <a:lnTo>
                        <a:pt x="0" y="511994"/>
                      </a:lnTo>
                      <a:close/>
                      <a:moveTo>
                        <a:pt x="359187" y="0"/>
                      </a:moveTo>
                      <a:lnTo>
                        <a:pt x="1016625" y="0"/>
                      </a:lnTo>
                      <a:lnTo>
                        <a:pt x="657696" y="511925"/>
                      </a:lnTo>
                      <a:lnTo>
                        <a:pt x="328872" y="43212"/>
                      </a:lnTo>
                      <a:close/>
                    </a:path>
                  </a:pathLst>
                </a:cu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143" name="Flussdiagramm: Daten 6"/>
                <p:cNvSpPr/>
                <p:nvPr userDrawn="1"/>
              </p:nvSpPr>
              <p:spPr>
                <a:xfrm rot="14100000">
                  <a:off x="9553938" y="-17527"/>
                  <a:ext cx="1012205" cy="539109"/>
                </a:xfrm>
                <a:custGeom>
                  <a:avLst/>
                  <a:gdLst/>
                  <a:ahLst/>
                  <a:cxnLst/>
                  <a:rect l="l" t="t" r="r" b="b"/>
                  <a:pathLst>
                    <a:path w="1012205" h="539109">
                      <a:moveTo>
                        <a:pt x="377213" y="396"/>
                      </a:moveTo>
                      <a:lnTo>
                        <a:pt x="188581" y="269674"/>
                      </a:lnTo>
                      <a:lnTo>
                        <a:pt x="377052" y="396"/>
                      </a:lnTo>
                      <a:close/>
                      <a:moveTo>
                        <a:pt x="86" y="539109"/>
                      </a:moveTo>
                      <a:lnTo>
                        <a:pt x="0" y="539109"/>
                      </a:lnTo>
                      <a:lnTo>
                        <a:pt x="57" y="539030"/>
                      </a:lnTo>
                      <a:close/>
                      <a:moveTo>
                        <a:pt x="1012205" y="0"/>
                      </a:moveTo>
                      <a:lnTo>
                        <a:pt x="635116" y="538539"/>
                      </a:lnTo>
                      <a:lnTo>
                        <a:pt x="572637" y="538595"/>
                      </a:lnTo>
                      <a:lnTo>
                        <a:pt x="377297" y="396"/>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4" name="Flussdiagramm: Daten 6"/>
                <p:cNvSpPr/>
                <p:nvPr userDrawn="1"/>
              </p:nvSpPr>
              <p:spPr>
                <a:xfrm rot="7500000" flipH="1">
                  <a:off x="10011983" y="162573"/>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sp>
          <p:nvSpPr>
            <p:cNvPr id="138" name="Rechteck 137"/>
            <p:cNvSpPr/>
            <p:nvPr userDrawn="1"/>
          </p:nvSpPr>
          <p:spPr>
            <a:xfrm>
              <a:off x="-1587" y="1"/>
              <a:ext cx="12192000" cy="6851650"/>
            </a:xfrm>
            <a:prstGeom prst="rect">
              <a:avLst/>
            </a:prstGeom>
            <a:gradFill>
              <a:gsLst>
                <a:gs pos="13000">
                  <a:schemeClr val="bg1"/>
                </a:gs>
                <a:gs pos="100000">
                  <a:schemeClr val="bg1">
                    <a:alpha val="58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e</a:t>
              </a:r>
              <a:endParaRPr lang="de-DE" dirty="0"/>
            </a:p>
          </p:txBody>
        </p:sp>
      </p:grpSp>
      <p:sp>
        <p:nvSpPr>
          <p:cNvPr id="5" name="Fußzeilenplatzhalter 4"/>
          <p:cNvSpPr>
            <a:spLocks noGrp="1"/>
          </p:cNvSpPr>
          <p:nvPr userDrawn="1">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tx1"/>
                </a:solidFill>
                <a:latin typeface="Calibri Light" panose="020F0302020204030204" pitchFamily="34" charset="0"/>
              </a:defRPr>
            </a:lvl1pPr>
          </a:lstStyle>
          <a:p>
            <a:r>
              <a:rPr lang="en-US" smtClean="0"/>
              <a:t>Enter your footer text here</a:t>
            </a:r>
            <a:endParaRPr lang="en-US" dirty="0"/>
          </a:p>
        </p:txBody>
      </p:sp>
      <p:sp>
        <p:nvSpPr>
          <p:cNvPr id="6" name="Foliennummernplatzhalter 5"/>
          <p:cNvSpPr>
            <a:spLocks noGrp="1"/>
          </p:cNvSpPr>
          <p:nvPr userDrawn="1">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tx1"/>
                </a:solidFill>
              </a:defRPr>
            </a:lvl1pPr>
          </a:lstStyle>
          <a:p>
            <a:fld id="{75A4F164-3A46-4CEE-A25C-CA523D5E42F3}" type="slidenum">
              <a:rPr lang="en-US" smtClean="0"/>
              <a:pPr/>
              <a:t>‹#›</a:t>
            </a:fld>
            <a:endParaRPr lang="en-US" dirty="0"/>
          </a:p>
        </p:txBody>
      </p:sp>
      <p:sp>
        <p:nvSpPr>
          <p:cNvPr id="3" name="Textplatzhalter 2"/>
          <p:cNvSpPr>
            <a:spLocks noGrp="1"/>
          </p:cNvSpPr>
          <p:nvPr userDrawn="1">
            <p:ph type="body" idx="1"/>
          </p:nvPr>
        </p:nvSpPr>
        <p:spPr>
          <a:xfrm>
            <a:off x="516255" y="1483952"/>
            <a:ext cx="11134410" cy="4321536"/>
          </a:xfrm>
          <a:prstGeom prst="rect">
            <a:avLst/>
          </a:prstGeom>
        </p:spPr>
        <p:txBody>
          <a:bodyPr vert="horz" lIns="10798" tIns="0" rIns="0" bIns="0" rtlCol="0">
            <a:noAutofit/>
          </a:body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
        <p:nvSpPr>
          <p:cNvPr id="2" name="Titelplatzhalter 1"/>
          <p:cNvSpPr>
            <a:spLocks noGrp="1"/>
          </p:cNvSpPr>
          <p:nvPr userDrawn="1">
            <p:ph type="title"/>
          </p:nvPr>
        </p:nvSpPr>
        <p:spPr>
          <a:xfrm>
            <a:off x="516255" y="410829"/>
            <a:ext cx="11134410" cy="1073123"/>
          </a:xfrm>
          <a:prstGeom prst="rect">
            <a:avLst/>
          </a:prstGeom>
        </p:spPr>
        <p:txBody>
          <a:bodyPr vert="horz" lIns="0" tIns="0" rIns="0" bIns="0" rtlCol="0" anchor="t" anchorCtr="0">
            <a:normAutofit/>
          </a:bodyPr>
          <a:lstStyle/>
          <a:p>
            <a:pPr lvl="0"/>
            <a:r>
              <a:rPr lang="de-DE" dirty="0" smtClean="0"/>
              <a:t>TITELMASTERFORMAT DURCH KLICKEN BEARBEITEN</a:t>
            </a:r>
            <a:endParaRPr lang="en-US" dirty="0"/>
          </a:p>
        </p:txBody>
      </p:sp>
    </p:spTree>
    <p:extLst>
      <p:ext uri="{BB962C8B-B14F-4D97-AF65-F5344CB8AC3E}">
        <p14:creationId xmlns:p14="http://schemas.microsoft.com/office/powerpoint/2010/main" val="2313287242"/>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defTabSz="914127" rtl="0" eaLnBrk="1" latinLnBrk="0" hangingPunct="1">
        <a:spcBef>
          <a:spcPct val="0"/>
        </a:spcBef>
        <a:buNone/>
        <a:defRPr lang="en-US" sz="3600" b="0" kern="1200" dirty="0">
          <a:solidFill>
            <a:schemeClr val="tx1"/>
          </a:solidFill>
          <a:latin typeface="+mj-lt"/>
          <a:ea typeface="+mj-ea"/>
          <a:cs typeface="+mj-cs"/>
        </a:defRPr>
      </a:lvl1pPr>
    </p:titleStyle>
    <p:body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tx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tx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tx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tx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tx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127" rtl="0" eaLnBrk="1" latinLnBrk="0" hangingPunct="1">
        <a:defRPr sz="1900" kern="1200">
          <a:solidFill>
            <a:schemeClr val="tx1"/>
          </a:solidFill>
          <a:latin typeface="+mn-lt"/>
          <a:ea typeface="+mn-ea"/>
          <a:cs typeface="+mn-cs"/>
        </a:defRPr>
      </a:lvl1pPr>
      <a:lvl2pPr marL="457064" algn="l" defTabSz="914127" rtl="0" eaLnBrk="1" latinLnBrk="0" hangingPunct="1">
        <a:defRPr sz="1900" kern="1200">
          <a:solidFill>
            <a:schemeClr val="tx1"/>
          </a:solidFill>
          <a:latin typeface="+mn-lt"/>
          <a:ea typeface="+mn-ea"/>
          <a:cs typeface="+mn-cs"/>
        </a:defRPr>
      </a:lvl2pPr>
      <a:lvl3pPr marL="914127" algn="l" defTabSz="914127" rtl="0" eaLnBrk="1" latinLnBrk="0" hangingPunct="1">
        <a:defRPr sz="1900" kern="1200">
          <a:solidFill>
            <a:schemeClr val="tx1"/>
          </a:solidFill>
          <a:latin typeface="+mn-lt"/>
          <a:ea typeface="+mn-ea"/>
          <a:cs typeface="+mn-cs"/>
        </a:defRPr>
      </a:lvl3pPr>
      <a:lvl4pPr marL="1371190" algn="l" defTabSz="914127" rtl="0" eaLnBrk="1" latinLnBrk="0" hangingPunct="1">
        <a:defRPr sz="1900" kern="1200">
          <a:solidFill>
            <a:schemeClr val="tx1"/>
          </a:solidFill>
          <a:latin typeface="+mn-lt"/>
          <a:ea typeface="+mn-ea"/>
          <a:cs typeface="+mn-cs"/>
        </a:defRPr>
      </a:lvl4pPr>
      <a:lvl5pPr marL="1828252" algn="l" defTabSz="914127" rtl="0" eaLnBrk="1" latinLnBrk="0" hangingPunct="1">
        <a:defRPr sz="1900" kern="1200">
          <a:solidFill>
            <a:schemeClr val="tx1"/>
          </a:solidFill>
          <a:latin typeface="+mn-lt"/>
          <a:ea typeface="+mn-ea"/>
          <a:cs typeface="+mn-cs"/>
        </a:defRPr>
      </a:lvl5pPr>
      <a:lvl6pPr marL="2285314" algn="l" defTabSz="914127" rtl="0" eaLnBrk="1" latinLnBrk="0" hangingPunct="1">
        <a:defRPr sz="1900" kern="1200">
          <a:solidFill>
            <a:schemeClr val="tx1"/>
          </a:solidFill>
          <a:latin typeface="+mn-lt"/>
          <a:ea typeface="+mn-ea"/>
          <a:cs typeface="+mn-cs"/>
        </a:defRPr>
      </a:lvl6pPr>
      <a:lvl7pPr marL="2742378" algn="l" defTabSz="914127" rtl="0" eaLnBrk="1" latinLnBrk="0" hangingPunct="1">
        <a:defRPr sz="1900" kern="1200">
          <a:solidFill>
            <a:schemeClr val="tx1"/>
          </a:solidFill>
          <a:latin typeface="+mn-lt"/>
          <a:ea typeface="+mn-ea"/>
          <a:cs typeface="+mn-cs"/>
        </a:defRPr>
      </a:lvl7pPr>
      <a:lvl8pPr marL="3199440" algn="l" defTabSz="914127" rtl="0" eaLnBrk="1" latinLnBrk="0" hangingPunct="1">
        <a:defRPr sz="1900" kern="1200">
          <a:solidFill>
            <a:schemeClr val="tx1"/>
          </a:solidFill>
          <a:latin typeface="+mn-lt"/>
          <a:ea typeface="+mn-ea"/>
          <a:cs typeface="+mn-cs"/>
        </a:defRPr>
      </a:lvl8pPr>
      <a:lvl9pPr marL="3656504" algn="l" defTabSz="914127"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24" name="Gruppieren 123"/>
          <p:cNvGrpSpPr/>
          <p:nvPr userDrawn="1"/>
        </p:nvGrpSpPr>
        <p:grpSpPr>
          <a:xfrm>
            <a:off x="-1585" y="-372424"/>
            <a:ext cx="12191999" cy="7224075"/>
            <a:chOff x="-1587" y="-372423"/>
            <a:chExt cx="12192000" cy="7224074"/>
          </a:xfrm>
        </p:grpSpPr>
        <p:grpSp>
          <p:nvGrpSpPr>
            <p:cNvPr id="125" name="Gruppieren 124"/>
            <p:cNvGrpSpPr/>
            <p:nvPr userDrawn="1"/>
          </p:nvGrpSpPr>
          <p:grpSpPr>
            <a:xfrm>
              <a:off x="8469852" y="-372423"/>
              <a:ext cx="3557487" cy="2031571"/>
              <a:chOff x="8469852" y="-372423"/>
              <a:chExt cx="3557487" cy="2031571"/>
            </a:xfrm>
          </p:grpSpPr>
          <p:grpSp>
            <p:nvGrpSpPr>
              <p:cNvPr id="127" name="Gruppieren 126"/>
              <p:cNvGrpSpPr/>
              <p:nvPr userDrawn="1"/>
            </p:nvGrpSpPr>
            <p:grpSpPr>
              <a:xfrm>
                <a:off x="9963722" y="-372423"/>
                <a:ext cx="2063617" cy="2031571"/>
                <a:chOff x="9963722" y="-372423"/>
                <a:chExt cx="2063617" cy="2031571"/>
              </a:xfrm>
            </p:grpSpPr>
            <p:sp>
              <p:nvSpPr>
                <p:cNvPr id="136" name="Rechteck 136"/>
                <p:cNvSpPr/>
                <p:nvPr userDrawn="1"/>
              </p:nvSpPr>
              <p:spPr>
                <a:xfrm>
                  <a:off x="10351275" y="0"/>
                  <a:ext cx="1676064" cy="1294816"/>
                </a:xfrm>
                <a:custGeom>
                  <a:avLst/>
                  <a:gdLst/>
                  <a:ahLst/>
                  <a:cxnLst/>
                  <a:rect l="l" t="t" r="r" b="b"/>
                  <a:pathLst>
                    <a:path w="1676064" h="1294816">
                      <a:moveTo>
                        <a:pt x="768328" y="1294665"/>
                      </a:moveTo>
                      <a:lnTo>
                        <a:pt x="768221" y="1294816"/>
                      </a:lnTo>
                      <a:lnTo>
                        <a:pt x="384220" y="1294741"/>
                      </a:lnTo>
                      <a:close/>
                      <a:moveTo>
                        <a:pt x="56" y="1294584"/>
                      </a:moveTo>
                      <a:lnTo>
                        <a:pt x="113" y="1294664"/>
                      </a:lnTo>
                      <a:lnTo>
                        <a:pt x="0" y="1294664"/>
                      </a:lnTo>
                      <a:close/>
                      <a:moveTo>
                        <a:pt x="908268" y="0"/>
                      </a:moveTo>
                      <a:lnTo>
                        <a:pt x="1676064" y="0"/>
                      </a:lnTo>
                      <a:lnTo>
                        <a:pt x="768385" y="1294584"/>
                      </a:lnTo>
                      <a:lnTo>
                        <a:pt x="384221" y="746988"/>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7" name="Flussdiagramm: Daten 6"/>
                <p:cNvSpPr/>
                <p:nvPr userDrawn="1"/>
              </p:nvSpPr>
              <p:spPr>
                <a:xfrm rot="14100000">
                  <a:off x="9263120" y="328179"/>
                  <a:ext cx="2031571" cy="630368"/>
                </a:xfrm>
                <a:custGeom>
                  <a:avLst/>
                  <a:gdLst/>
                  <a:ahLst/>
                  <a:cxnLst/>
                  <a:rect l="l" t="t" r="r" b="b"/>
                  <a:pathLst>
                    <a:path w="2031571" h="630368">
                      <a:moveTo>
                        <a:pt x="440695" y="990"/>
                      </a:moveTo>
                      <a:lnTo>
                        <a:pt x="220318" y="315588"/>
                      </a:lnTo>
                      <a:lnTo>
                        <a:pt x="440509" y="991"/>
                      </a:lnTo>
                      <a:close/>
                      <a:moveTo>
                        <a:pt x="99" y="630367"/>
                      </a:moveTo>
                      <a:lnTo>
                        <a:pt x="0" y="630368"/>
                      </a:lnTo>
                      <a:lnTo>
                        <a:pt x="65" y="630275"/>
                      </a:lnTo>
                      <a:close/>
                      <a:moveTo>
                        <a:pt x="2031571" y="0"/>
                      </a:moveTo>
                      <a:lnTo>
                        <a:pt x="1591184" y="628938"/>
                      </a:lnTo>
                      <a:lnTo>
                        <a:pt x="669011" y="629766"/>
                      </a:lnTo>
                      <a:lnTo>
                        <a:pt x="440794" y="991"/>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8" name="Flussdiagramm: Daten 6"/>
                <p:cNvSpPr/>
                <p:nvPr userDrawn="1"/>
              </p:nvSpPr>
              <p:spPr>
                <a:xfrm rot="7500000" flipH="1">
                  <a:off x="10466464" y="886437"/>
                  <a:ext cx="668945" cy="629378"/>
                </a:xfrm>
                <a:custGeom>
                  <a:avLst/>
                  <a:gdLst/>
                  <a:ahLst/>
                  <a:cxnLst/>
                  <a:rect l="l" t="t" r="r" b="b"/>
                  <a:pathLst>
                    <a:path w="668945" h="629378">
                      <a:moveTo>
                        <a:pt x="220252" y="314599"/>
                      </a:moveTo>
                      <a:lnTo>
                        <a:pt x="0" y="629286"/>
                      </a:lnTo>
                      <a:lnTo>
                        <a:pt x="33" y="629378"/>
                      </a:lnTo>
                      <a:lnTo>
                        <a:pt x="668945" y="628777"/>
                      </a:lnTo>
                      <a:lnTo>
                        <a:pt x="440728" y="0"/>
                      </a:lnTo>
                      <a:lnTo>
                        <a:pt x="440630" y="0"/>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28" name="Gruppieren 127"/>
              <p:cNvGrpSpPr/>
              <p:nvPr userDrawn="1"/>
            </p:nvGrpSpPr>
            <p:grpSpPr>
              <a:xfrm>
                <a:off x="8469852" y="-203236"/>
                <a:ext cx="1164785" cy="1176456"/>
                <a:chOff x="8469852" y="-203236"/>
                <a:chExt cx="1164785" cy="1176456"/>
              </a:xfrm>
            </p:grpSpPr>
            <p:sp>
              <p:nvSpPr>
                <p:cNvPr id="133" name="Rechteck 141"/>
                <p:cNvSpPr/>
                <p:nvPr userDrawn="1"/>
              </p:nvSpPr>
              <p:spPr>
                <a:xfrm>
                  <a:off x="8711434" y="0"/>
                  <a:ext cx="923203" cy="777996"/>
                </a:xfrm>
                <a:custGeom>
                  <a:avLst/>
                  <a:gdLst/>
                  <a:ahLst/>
                  <a:cxnLst/>
                  <a:rect l="l" t="t" r="r" b="b"/>
                  <a:pathLst>
                    <a:path w="923203" h="777996">
                      <a:moveTo>
                        <a:pt x="377775" y="777921"/>
                      </a:moveTo>
                      <a:lnTo>
                        <a:pt x="377723" y="777996"/>
                      </a:lnTo>
                      <a:lnTo>
                        <a:pt x="188914" y="777959"/>
                      </a:lnTo>
                      <a:close/>
                      <a:moveTo>
                        <a:pt x="27" y="777881"/>
                      </a:moveTo>
                      <a:lnTo>
                        <a:pt x="55" y="777921"/>
                      </a:lnTo>
                      <a:lnTo>
                        <a:pt x="0" y="777921"/>
                      </a:lnTo>
                      <a:close/>
                      <a:moveTo>
                        <a:pt x="545748" y="0"/>
                      </a:moveTo>
                      <a:lnTo>
                        <a:pt x="923203" y="0"/>
                      </a:lnTo>
                      <a:lnTo>
                        <a:pt x="377803" y="777882"/>
                      </a:lnTo>
                      <a:lnTo>
                        <a:pt x="188915" y="508638"/>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134" name="Flussdiagramm: Daten 6"/>
                <p:cNvSpPr/>
                <p:nvPr userDrawn="1"/>
              </p:nvSpPr>
              <p:spPr>
                <a:xfrm rot="14100000">
                  <a:off x="8036650" y="229966"/>
                  <a:ext cx="1176456" cy="310052"/>
                </a:xfrm>
                <a:custGeom>
                  <a:avLst/>
                  <a:gdLst/>
                  <a:ahLst/>
                  <a:cxnLst/>
                  <a:rect l="l" t="t" r="r" b="b"/>
                  <a:pathLst>
                    <a:path w="1176456" h="310052">
                      <a:moveTo>
                        <a:pt x="216683" y="598"/>
                      </a:moveTo>
                      <a:lnTo>
                        <a:pt x="108326" y="155280"/>
                      </a:lnTo>
                      <a:lnTo>
                        <a:pt x="216592" y="597"/>
                      </a:lnTo>
                      <a:close/>
                      <a:moveTo>
                        <a:pt x="49" y="310052"/>
                      </a:moveTo>
                      <a:lnTo>
                        <a:pt x="0" y="310052"/>
                      </a:lnTo>
                      <a:lnTo>
                        <a:pt x="32" y="310008"/>
                      </a:lnTo>
                      <a:close/>
                      <a:moveTo>
                        <a:pt x="1176456" y="0"/>
                      </a:moveTo>
                      <a:lnTo>
                        <a:pt x="959958" y="309190"/>
                      </a:lnTo>
                      <a:lnTo>
                        <a:pt x="328941" y="309757"/>
                      </a:lnTo>
                      <a:lnTo>
                        <a:pt x="216731" y="597"/>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5" name="Flussdiagramm: Daten 6"/>
                <p:cNvSpPr/>
                <p:nvPr userDrawn="1"/>
              </p:nvSpPr>
              <p:spPr>
                <a:xfrm rot="7500000" flipH="1">
                  <a:off x="8768070" y="577201"/>
                  <a:ext cx="328909" cy="309456"/>
                </a:xfrm>
                <a:custGeom>
                  <a:avLst/>
                  <a:gdLst/>
                  <a:ahLst/>
                  <a:cxnLst/>
                  <a:rect l="l" t="t" r="r" b="b"/>
                  <a:pathLst>
                    <a:path w="328909" h="309456">
                      <a:moveTo>
                        <a:pt x="108294" y="154684"/>
                      </a:moveTo>
                      <a:lnTo>
                        <a:pt x="0" y="309410"/>
                      </a:lnTo>
                      <a:lnTo>
                        <a:pt x="16" y="309456"/>
                      </a:lnTo>
                      <a:lnTo>
                        <a:pt x="328909" y="309160"/>
                      </a:lnTo>
                      <a:lnTo>
                        <a:pt x="216699" y="0"/>
                      </a:lnTo>
                      <a:lnTo>
                        <a:pt x="216651"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29" name="Gruppieren 128"/>
              <p:cNvGrpSpPr/>
              <p:nvPr userDrawn="1"/>
            </p:nvGrpSpPr>
            <p:grpSpPr>
              <a:xfrm>
                <a:off x="9790486" y="-254075"/>
                <a:ext cx="1139526" cy="1012205"/>
                <a:chOff x="9790486" y="-254075"/>
                <a:chExt cx="1139526" cy="1012205"/>
              </a:xfrm>
            </p:grpSpPr>
            <p:sp>
              <p:nvSpPr>
                <p:cNvPr id="130" name="Rechteck 138"/>
                <p:cNvSpPr/>
                <p:nvPr userDrawn="1"/>
              </p:nvSpPr>
              <p:spPr>
                <a:xfrm>
                  <a:off x="9913387" y="0"/>
                  <a:ext cx="1016625" cy="512124"/>
                </a:xfrm>
                <a:custGeom>
                  <a:avLst/>
                  <a:gdLst/>
                  <a:ahLst/>
                  <a:cxnLst/>
                  <a:rect l="l" t="t" r="r" b="b"/>
                  <a:pathLst>
                    <a:path w="1016625" h="512124">
                      <a:moveTo>
                        <a:pt x="657647" y="511994"/>
                      </a:moveTo>
                      <a:lnTo>
                        <a:pt x="657556" y="512124"/>
                      </a:lnTo>
                      <a:lnTo>
                        <a:pt x="328872" y="512059"/>
                      </a:lnTo>
                      <a:close/>
                      <a:moveTo>
                        <a:pt x="48" y="511925"/>
                      </a:moveTo>
                      <a:lnTo>
                        <a:pt x="96" y="511994"/>
                      </a:lnTo>
                      <a:lnTo>
                        <a:pt x="0" y="511994"/>
                      </a:lnTo>
                      <a:close/>
                      <a:moveTo>
                        <a:pt x="359187" y="0"/>
                      </a:moveTo>
                      <a:lnTo>
                        <a:pt x="1016625" y="0"/>
                      </a:lnTo>
                      <a:lnTo>
                        <a:pt x="657696" y="511925"/>
                      </a:lnTo>
                      <a:lnTo>
                        <a:pt x="328872" y="43212"/>
                      </a:lnTo>
                      <a:close/>
                    </a:path>
                  </a:pathLst>
                </a:cu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de-DE"/>
                </a:p>
              </p:txBody>
            </p:sp>
            <p:sp>
              <p:nvSpPr>
                <p:cNvPr id="131" name="Flussdiagramm: Daten 6"/>
                <p:cNvSpPr/>
                <p:nvPr userDrawn="1"/>
              </p:nvSpPr>
              <p:spPr>
                <a:xfrm rot="14100000">
                  <a:off x="9553938" y="-17527"/>
                  <a:ext cx="1012205" cy="539109"/>
                </a:xfrm>
                <a:custGeom>
                  <a:avLst/>
                  <a:gdLst/>
                  <a:ahLst/>
                  <a:cxnLst/>
                  <a:rect l="l" t="t" r="r" b="b"/>
                  <a:pathLst>
                    <a:path w="1012205" h="539109">
                      <a:moveTo>
                        <a:pt x="377213" y="396"/>
                      </a:moveTo>
                      <a:lnTo>
                        <a:pt x="188581" y="269674"/>
                      </a:lnTo>
                      <a:lnTo>
                        <a:pt x="377052" y="396"/>
                      </a:lnTo>
                      <a:close/>
                      <a:moveTo>
                        <a:pt x="86" y="539109"/>
                      </a:moveTo>
                      <a:lnTo>
                        <a:pt x="0" y="539109"/>
                      </a:lnTo>
                      <a:lnTo>
                        <a:pt x="57" y="539030"/>
                      </a:lnTo>
                      <a:close/>
                      <a:moveTo>
                        <a:pt x="1012205" y="0"/>
                      </a:moveTo>
                      <a:lnTo>
                        <a:pt x="635116" y="538539"/>
                      </a:lnTo>
                      <a:lnTo>
                        <a:pt x="572637" y="538595"/>
                      </a:lnTo>
                      <a:lnTo>
                        <a:pt x="377297" y="396"/>
                      </a:lnTo>
                      <a:close/>
                    </a:path>
                  </a:pathLst>
                </a:custGeom>
                <a:solidFill>
                  <a:schemeClr val="bg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2" name="Flussdiagramm: Daten 6"/>
                <p:cNvSpPr/>
                <p:nvPr userDrawn="1"/>
              </p:nvSpPr>
              <p:spPr>
                <a:xfrm rot="7500000" flipH="1">
                  <a:off x="10011983" y="162573"/>
                  <a:ext cx="572582" cy="538714"/>
                </a:xfrm>
                <a:custGeom>
                  <a:avLst/>
                  <a:gdLst/>
                  <a:ahLst/>
                  <a:cxnLst/>
                  <a:rect l="l" t="t" r="r" b="b"/>
                  <a:pathLst>
                    <a:path w="572582" h="538714">
                      <a:moveTo>
                        <a:pt x="188525" y="269280"/>
                      </a:moveTo>
                      <a:lnTo>
                        <a:pt x="0" y="538634"/>
                      </a:lnTo>
                      <a:lnTo>
                        <a:pt x="29" y="538714"/>
                      </a:lnTo>
                      <a:lnTo>
                        <a:pt x="572582" y="538199"/>
                      </a:lnTo>
                      <a:lnTo>
                        <a:pt x="377240" y="0"/>
                      </a:lnTo>
                      <a:lnTo>
                        <a:pt x="377156"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sp>
          <p:nvSpPr>
            <p:cNvPr id="126" name="Rechteck 125"/>
            <p:cNvSpPr/>
            <p:nvPr userDrawn="1"/>
          </p:nvSpPr>
          <p:spPr>
            <a:xfrm>
              <a:off x="-1587" y="1"/>
              <a:ext cx="12192000" cy="6851650"/>
            </a:xfrm>
            <a:prstGeom prst="rect">
              <a:avLst/>
            </a:prstGeom>
            <a:gradFill>
              <a:gsLst>
                <a:gs pos="13000">
                  <a:schemeClr val="bg1"/>
                </a:gs>
                <a:gs pos="100000">
                  <a:schemeClr val="bg1">
                    <a:alpha val="58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e</a:t>
              </a:r>
              <a:endParaRPr lang="de-DE" dirty="0"/>
            </a:p>
          </p:txBody>
        </p:sp>
      </p:grpSp>
      <p:sp>
        <p:nvSpPr>
          <p:cNvPr id="2" name="Titelplatzhalter 1"/>
          <p:cNvSpPr>
            <a:spLocks noGrp="1"/>
          </p:cNvSpPr>
          <p:nvPr userDrawn="1">
            <p:ph type="title"/>
          </p:nvPr>
        </p:nvSpPr>
        <p:spPr>
          <a:xfrm>
            <a:off x="516255" y="410829"/>
            <a:ext cx="11134410" cy="1073123"/>
          </a:xfrm>
          <a:prstGeom prst="rect">
            <a:avLst/>
          </a:prstGeom>
        </p:spPr>
        <p:txBody>
          <a:bodyPr vert="horz" lIns="0" tIns="0" rIns="0" bIns="0" rtlCol="0" anchor="t" anchorCtr="0">
            <a:normAutofit/>
          </a:bodyPr>
          <a:lstStyle/>
          <a:p>
            <a:pPr lvl="0"/>
            <a:r>
              <a:rPr lang="de-DE" dirty="0" smtClean="0"/>
              <a:t>TITELMASTERFORMAT DURCH KLICKEN BEARBEITEN</a:t>
            </a:r>
            <a:endParaRPr lang="en-US" dirty="0"/>
          </a:p>
        </p:txBody>
      </p:sp>
      <p:sp>
        <p:nvSpPr>
          <p:cNvPr id="5" name="Fußzeilenplatzhalter 4"/>
          <p:cNvSpPr>
            <a:spLocks noGrp="1"/>
          </p:cNvSpPr>
          <p:nvPr userDrawn="1">
            <p:ph type="ftr" sz="quarter" idx="3"/>
          </p:nvPr>
        </p:nvSpPr>
        <p:spPr>
          <a:xfrm>
            <a:off x="3957284" y="6076361"/>
            <a:ext cx="4275850" cy="360000"/>
          </a:xfrm>
          <a:prstGeom prst="rect">
            <a:avLst/>
          </a:prstGeom>
        </p:spPr>
        <p:txBody>
          <a:bodyPr vert="horz" lIns="0" tIns="0" rIns="0" bIns="0" rtlCol="0" anchor="b" anchorCtr="0"/>
          <a:lstStyle>
            <a:lvl1pPr algn="ctr">
              <a:lnSpc>
                <a:spcPct val="90000"/>
              </a:lnSpc>
              <a:spcAft>
                <a:spcPts val="1000"/>
              </a:spcAft>
              <a:defRPr sz="1200">
                <a:solidFill>
                  <a:schemeClr val="accent1">
                    <a:lumMod val="50000"/>
                  </a:schemeClr>
                </a:solidFill>
                <a:latin typeface="Calibri Light" panose="020F0302020204030204" pitchFamily="34" charset="0"/>
              </a:defRPr>
            </a:lvl1pPr>
          </a:lstStyle>
          <a:p>
            <a:r>
              <a:rPr lang="en-US" smtClean="0"/>
              <a:t>Enter your footer text here</a:t>
            </a:r>
            <a:endParaRPr lang="en-US" dirty="0"/>
          </a:p>
        </p:txBody>
      </p:sp>
      <p:sp>
        <p:nvSpPr>
          <p:cNvPr id="6" name="Foliennummernplatzhalter 5"/>
          <p:cNvSpPr>
            <a:spLocks noGrp="1"/>
          </p:cNvSpPr>
          <p:nvPr userDrawn="1">
            <p:ph type="sldNum" sz="quarter" idx="4"/>
          </p:nvPr>
        </p:nvSpPr>
        <p:spPr>
          <a:xfrm>
            <a:off x="516253" y="6076361"/>
            <a:ext cx="914308" cy="360000"/>
          </a:xfrm>
          <a:prstGeom prst="rect">
            <a:avLst/>
          </a:prstGeom>
        </p:spPr>
        <p:txBody>
          <a:bodyPr vert="horz" lIns="0" tIns="0" rIns="0" bIns="0" rtlCol="0" anchor="b" anchorCtr="0"/>
          <a:lstStyle>
            <a:lvl1pPr algn="l">
              <a:lnSpc>
                <a:spcPct val="90000"/>
              </a:lnSpc>
              <a:spcAft>
                <a:spcPts val="1000"/>
              </a:spcAft>
              <a:defRPr sz="1500" b="1">
                <a:solidFill>
                  <a:schemeClr val="accent1">
                    <a:lumMod val="50000"/>
                  </a:schemeClr>
                </a:solidFill>
              </a:defRPr>
            </a:lvl1pPr>
          </a:lstStyle>
          <a:p>
            <a:fld id="{75A4F164-3A46-4CEE-A25C-CA523D5E42F3}" type="slidenum">
              <a:rPr lang="en-US" smtClean="0"/>
              <a:pPr/>
              <a:t>‹#›</a:t>
            </a:fld>
            <a:endParaRPr lang="en-US" dirty="0"/>
          </a:p>
        </p:txBody>
      </p:sp>
      <p:sp>
        <p:nvSpPr>
          <p:cNvPr id="123" name="Textplatzhalter 2"/>
          <p:cNvSpPr>
            <a:spLocks noGrp="1"/>
          </p:cNvSpPr>
          <p:nvPr userDrawn="1">
            <p:ph type="body" idx="1"/>
          </p:nvPr>
        </p:nvSpPr>
        <p:spPr>
          <a:xfrm>
            <a:off x="516255" y="1483952"/>
            <a:ext cx="11134410" cy="4321536"/>
          </a:xfrm>
          <a:prstGeom prst="rect">
            <a:avLst/>
          </a:prstGeom>
        </p:spPr>
        <p:txBody>
          <a:bodyPr vert="horz" lIns="10798" tIns="0" rIns="0" bIns="0" rtlCol="0">
            <a:noAutofit/>
          </a:body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en-US" dirty="0"/>
          </a:p>
        </p:txBody>
      </p:sp>
    </p:spTree>
    <p:extLst>
      <p:ext uri="{BB962C8B-B14F-4D97-AF65-F5344CB8AC3E}">
        <p14:creationId xmlns:p14="http://schemas.microsoft.com/office/powerpoint/2010/main" val="54036564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defTabSz="914127" rtl="0" eaLnBrk="1" latinLnBrk="0" hangingPunct="1">
        <a:spcBef>
          <a:spcPct val="0"/>
        </a:spcBef>
        <a:buNone/>
        <a:defRPr lang="en-US" sz="3600" b="0" kern="1200" dirty="0">
          <a:solidFill>
            <a:schemeClr val="accent1">
              <a:lumMod val="50000"/>
            </a:schemeClr>
          </a:solidFill>
          <a:latin typeface="+mj-lt"/>
          <a:ea typeface="+mj-ea"/>
          <a:cs typeface="+mj-cs"/>
        </a:defRPr>
      </a:lvl1pPr>
    </p:titleStyle>
    <p:body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accent1">
              <a:lumMod val="50000"/>
            </a:schemeClr>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accent1">
              <a:lumMod val="50000"/>
            </a:schemeClr>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accent1">
              <a:lumMod val="50000"/>
            </a:schemeClr>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accent1">
              <a:lumMod val="50000"/>
            </a:schemeClr>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accent1">
              <a:lumMod val="50000"/>
            </a:schemeClr>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127" rtl="0" eaLnBrk="1" latinLnBrk="0" hangingPunct="1">
        <a:defRPr sz="1900" kern="1200">
          <a:solidFill>
            <a:schemeClr val="tx1"/>
          </a:solidFill>
          <a:latin typeface="+mn-lt"/>
          <a:ea typeface="+mn-ea"/>
          <a:cs typeface="+mn-cs"/>
        </a:defRPr>
      </a:lvl1pPr>
      <a:lvl2pPr marL="457064" algn="l" defTabSz="914127" rtl="0" eaLnBrk="1" latinLnBrk="0" hangingPunct="1">
        <a:defRPr sz="1900" kern="1200">
          <a:solidFill>
            <a:schemeClr val="tx1"/>
          </a:solidFill>
          <a:latin typeface="+mn-lt"/>
          <a:ea typeface="+mn-ea"/>
          <a:cs typeface="+mn-cs"/>
        </a:defRPr>
      </a:lvl2pPr>
      <a:lvl3pPr marL="914127" algn="l" defTabSz="914127" rtl="0" eaLnBrk="1" latinLnBrk="0" hangingPunct="1">
        <a:defRPr sz="1900" kern="1200">
          <a:solidFill>
            <a:schemeClr val="tx1"/>
          </a:solidFill>
          <a:latin typeface="+mn-lt"/>
          <a:ea typeface="+mn-ea"/>
          <a:cs typeface="+mn-cs"/>
        </a:defRPr>
      </a:lvl3pPr>
      <a:lvl4pPr marL="1371190" algn="l" defTabSz="914127" rtl="0" eaLnBrk="1" latinLnBrk="0" hangingPunct="1">
        <a:defRPr sz="1900" kern="1200">
          <a:solidFill>
            <a:schemeClr val="tx1"/>
          </a:solidFill>
          <a:latin typeface="+mn-lt"/>
          <a:ea typeface="+mn-ea"/>
          <a:cs typeface="+mn-cs"/>
        </a:defRPr>
      </a:lvl4pPr>
      <a:lvl5pPr marL="1828252" algn="l" defTabSz="914127" rtl="0" eaLnBrk="1" latinLnBrk="0" hangingPunct="1">
        <a:defRPr sz="1900" kern="1200">
          <a:solidFill>
            <a:schemeClr val="tx1"/>
          </a:solidFill>
          <a:latin typeface="+mn-lt"/>
          <a:ea typeface="+mn-ea"/>
          <a:cs typeface="+mn-cs"/>
        </a:defRPr>
      </a:lvl5pPr>
      <a:lvl6pPr marL="2285314" algn="l" defTabSz="914127" rtl="0" eaLnBrk="1" latinLnBrk="0" hangingPunct="1">
        <a:defRPr sz="1900" kern="1200">
          <a:solidFill>
            <a:schemeClr val="tx1"/>
          </a:solidFill>
          <a:latin typeface="+mn-lt"/>
          <a:ea typeface="+mn-ea"/>
          <a:cs typeface="+mn-cs"/>
        </a:defRPr>
      </a:lvl6pPr>
      <a:lvl7pPr marL="2742378" algn="l" defTabSz="914127" rtl="0" eaLnBrk="1" latinLnBrk="0" hangingPunct="1">
        <a:defRPr sz="1900" kern="1200">
          <a:solidFill>
            <a:schemeClr val="tx1"/>
          </a:solidFill>
          <a:latin typeface="+mn-lt"/>
          <a:ea typeface="+mn-ea"/>
          <a:cs typeface="+mn-cs"/>
        </a:defRPr>
      </a:lvl7pPr>
      <a:lvl8pPr marL="3199440" algn="l" defTabSz="914127" rtl="0" eaLnBrk="1" latinLnBrk="0" hangingPunct="1">
        <a:defRPr sz="1900" kern="1200">
          <a:solidFill>
            <a:schemeClr val="tx1"/>
          </a:solidFill>
          <a:latin typeface="+mn-lt"/>
          <a:ea typeface="+mn-ea"/>
          <a:cs typeface="+mn-cs"/>
        </a:defRPr>
      </a:lvl8pPr>
      <a:lvl9pPr marL="3656504" algn="l" defTabSz="914127" rtl="0" eaLnBrk="1" latinLnBrk="0" hangingPunct="1">
        <a:defRPr sz="1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540001" y="432000"/>
            <a:ext cx="11109600" cy="1080000"/>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Content"/>
          <p:cNvSpPr>
            <a:spLocks noGrp="1"/>
          </p:cNvSpPr>
          <p:nvPr>
            <p:ph type="body" idx="1"/>
          </p:nvPr>
        </p:nvSpPr>
        <p:spPr>
          <a:xfrm>
            <a:off x="540001" y="1512000"/>
            <a:ext cx="11109600" cy="4298400"/>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cNvSpPr>
            <a:spLocks noGrp="1"/>
          </p:cNvSpPr>
          <p:nvPr>
            <p:ph type="dt" sz="half" idx="2"/>
          </p:nvPr>
        </p:nvSpPr>
        <p:spPr>
          <a:xfrm>
            <a:off x="10210175" y="6084000"/>
            <a:ext cx="1440001" cy="360000"/>
          </a:xfrm>
          <a:prstGeom prst="rect">
            <a:avLst/>
          </a:prstGeom>
        </p:spPr>
        <p:txBody>
          <a:bodyPr vert="horz" lIns="0" tIns="0" rIns="0" bIns="0" rtlCol="0" anchor="b"/>
          <a:lstStyle>
            <a:lvl1pPr algn="r">
              <a:defRPr sz="1200">
                <a:solidFill>
                  <a:schemeClr val="bg1">
                    <a:lumMod val="50000"/>
                  </a:schemeClr>
                </a:solidFill>
              </a:defRPr>
            </a:lvl1pPr>
          </a:lstStyle>
          <a:p>
            <a:pPr defTabSz="875823"/>
            <a:fld id="{27FC3DAB-407D-4279-8EB6-232635B61438}" type="datetimeFigureOut">
              <a:rPr lang="en-US" smtClean="0">
                <a:solidFill>
                  <a:prstClr val="white">
                    <a:lumMod val="50000"/>
                  </a:prstClr>
                </a:solidFill>
              </a:rPr>
              <a:pPr defTabSz="875823"/>
              <a:t>10/17/2016</a:t>
            </a:fld>
            <a:endParaRPr lang="en-US" dirty="0">
              <a:solidFill>
                <a:prstClr val="white">
                  <a:lumMod val="50000"/>
                </a:prstClr>
              </a:solidFill>
            </a:endParaRPr>
          </a:p>
        </p:txBody>
      </p:sp>
      <p:sp>
        <p:nvSpPr>
          <p:cNvPr id="5" name="Footer"/>
          <p:cNvSpPr>
            <a:spLocks noGrp="1"/>
          </p:cNvSpPr>
          <p:nvPr>
            <p:ph type="ftr" sz="quarter" idx="3"/>
          </p:nvPr>
        </p:nvSpPr>
        <p:spPr>
          <a:xfrm>
            <a:off x="3934800" y="6084000"/>
            <a:ext cx="4320000" cy="360000"/>
          </a:xfrm>
          <a:prstGeom prst="rect">
            <a:avLst/>
          </a:prstGeom>
        </p:spPr>
        <p:txBody>
          <a:bodyPr vert="horz" lIns="0" tIns="0" rIns="0" bIns="0" rtlCol="0" anchor="b"/>
          <a:lstStyle>
            <a:lvl1pPr algn="ctr">
              <a:defRPr sz="1200">
                <a:solidFill>
                  <a:schemeClr val="bg1">
                    <a:lumMod val="50000"/>
                  </a:schemeClr>
                </a:solidFill>
              </a:defRPr>
            </a:lvl1pPr>
          </a:lstStyle>
          <a:p>
            <a:pPr defTabSz="875823"/>
            <a:endParaRPr lang="en-US" dirty="0">
              <a:solidFill>
                <a:prstClr val="white">
                  <a:lumMod val="50000"/>
                </a:prstClr>
              </a:solidFill>
            </a:endParaRPr>
          </a:p>
        </p:txBody>
      </p:sp>
      <p:sp>
        <p:nvSpPr>
          <p:cNvPr id="6" name="Slide Number"/>
          <p:cNvSpPr>
            <a:spLocks noGrp="1"/>
          </p:cNvSpPr>
          <p:nvPr>
            <p:ph type="sldNum" sz="quarter" idx="4"/>
          </p:nvPr>
        </p:nvSpPr>
        <p:spPr>
          <a:xfrm>
            <a:off x="540000" y="6084000"/>
            <a:ext cx="900000" cy="360000"/>
          </a:xfrm>
          <a:prstGeom prst="rect">
            <a:avLst/>
          </a:prstGeom>
        </p:spPr>
        <p:txBody>
          <a:bodyPr vert="horz" lIns="0" tIns="0" rIns="0" bIns="0" rtlCol="0" anchor="b"/>
          <a:lstStyle>
            <a:lvl1pPr algn="l">
              <a:defRPr sz="1200">
                <a:solidFill>
                  <a:schemeClr val="bg1">
                    <a:lumMod val="50000"/>
                  </a:schemeClr>
                </a:solidFill>
              </a:defRPr>
            </a:lvl1pPr>
          </a:lstStyle>
          <a:p>
            <a:pPr defTabSz="875823"/>
            <a:fld id="{02CEFE82-39F2-4F47-8A0C-D5AB3496FA5C}" type="slidenum">
              <a:rPr lang="en-US" smtClean="0">
                <a:solidFill>
                  <a:prstClr val="white">
                    <a:lumMod val="50000"/>
                  </a:prstClr>
                </a:solidFill>
              </a:rPr>
              <a:pPr defTabSz="875823"/>
              <a:t>‹#›</a:t>
            </a:fld>
            <a:endParaRPr lang="en-US" dirty="0">
              <a:solidFill>
                <a:prstClr val="white">
                  <a:lumMod val="50000"/>
                </a:prstClr>
              </a:solidFill>
            </a:endParaRPr>
          </a:p>
        </p:txBody>
      </p:sp>
    </p:spTree>
    <p:extLst>
      <p:ext uri="{BB962C8B-B14F-4D97-AF65-F5344CB8AC3E}">
        <p14:creationId xmlns:p14="http://schemas.microsoft.com/office/powerpoint/2010/main" val="2815054759"/>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875823"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58643" indent="-258643" algn="l" defTabSz="875823" rtl="0" eaLnBrk="1" latinLnBrk="0" hangingPunct="1">
        <a:lnSpc>
          <a:spcPct val="90000"/>
        </a:lnSpc>
        <a:spcBef>
          <a:spcPts val="0"/>
        </a:spcBef>
        <a:spcAft>
          <a:spcPts val="1000"/>
        </a:spcAft>
        <a:buFont typeface="Wingdings" panose="05000000000000000000" pitchFamily="2" charset="2"/>
        <a:buChar char="§"/>
        <a:defRPr sz="2300" kern="1200">
          <a:solidFill>
            <a:schemeClr val="tx1"/>
          </a:solidFill>
          <a:latin typeface="+mn-lt"/>
          <a:ea typeface="+mn-ea"/>
          <a:cs typeface="+mn-cs"/>
        </a:defRPr>
      </a:lvl1pPr>
      <a:lvl2pPr marL="689590" indent="-258643" algn="l" defTabSz="875823" rtl="0" eaLnBrk="1" latinLnBrk="0" hangingPunct="1">
        <a:lnSpc>
          <a:spcPct val="90000"/>
        </a:lnSpc>
        <a:spcBef>
          <a:spcPts val="0"/>
        </a:spcBef>
        <a:spcAft>
          <a:spcPts val="1000"/>
        </a:spcAft>
        <a:buFont typeface="Calibri Light" panose="020F0302020204030204" pitchFamily="34" charset="0"/>
        <a:buChar char="–"/>
        <a:defRPr sz="2000" kern="1200">
          <a:solidFill>
            <a:schemeClr val="tx1"/>
          </a:solidFill>
          <a:latin typeface="+mn-lt"/>
          <a:ea typeface="+mn-ea"/>
          <a:cs typeface="+mn-cs"/>
        </a:defRPr>
      </a:lvl2pPr>
      <a:lvl3pPr marL="1034387" indent="-258643" algn="l" defTabSz="875823" rtl="0" eaLnBrk="1" latinLnBrk="0" hangingPunct="1">
        <a:lnSpc>
          <a:spcPct val="90000"/>
        </a:lnSpc>
        <a:spcBef>
          <a:spcPts val="0"/>
        </a:spcBef>
        <a:spcAft>
          <a:spcPts val="1000"/>
        </a:spcAft>
        <a:buFont typeface="Calibri Light" panose="020F0302020204030204" pitchFamily="34" charset="0"/>
        <a:buChar char="–"/>
        <a:defRPr sz="1900" kern="1200">
          <a:solidFill>
            <a:schemeClr val="tx1"/>
          </a:solidFill>
          <a:latin typeface="+mn-lt"/>
          <a:ea typeface="+mn-ea"/>
          <a:cs typeface="+mn-cs"/>
        </a:defRPr>
      </a:lvl3pPr>
      <a:lvl4pPr marL="1379155" indent="-258643" algn="l" defTabSz="875823" rtl="0" eaLnBrk="1" latinLnBrk="0" hangingPunct="1">
        <a:lnSpc>
          <a:spcPct val="90000"/>
        </a:lnSpc>
        <a:spcBef>
          <a:spcPts val="0"/>
        </a:spcBef>
        <a:spcAft>
          <a:spcPts val="1000"/>
        </a:spcAft>
        <a:buFont typeface="Calibri Light" panose="020F0302020204030204" pitchFamily="34" charset="0"/>
        <a:buChar char="–"/>
        <a:defRPr sz="1600" kern="1200">
          <a:solidFill>
            <a:schemeClr val="tx1"/>
          </a:solidFill>
          <a:latin typeface="+mn-lt"/>
          <a:ea typeface="+mn-ea"/>
          <a:cs typeface="+mn-cs"/>
        </a:defRPr>
      </a:lvl4pPr>
      <a:lvl5pPr marL="1723962" indent="-258643" algn="l" defTabSz="875823" rtl="0" eaLnBrk="1" latinLnBrk="0" hangingPunct="1">
        <a:lnSpc>
          <a:spcPct val="90000"/>
        </a:lnSpc>
        <a:spcBef>
          <a:spcPts val="0"/>
        </a:spcBef>
        <a:spcAft>
          <a:spcPts val="1000"/>
        </a:spcAft>
        <a:buFont typeface="Calibri Light" panose="020F0302020204030204" pitchFamily="34" charset="0"/>
        <a:buChar char="–"/>
        <a:defRPr sz="1600" kern="1200">
          <a:solidFill>
            <a:schemeClr val="tx1"/>
          </a:solidFill>
          <a:latin typeface="+mn-lt"/>
          <a:ea typeface="+mn-ea"/>
          <a:cs typeface="+mn-cs"/>
        </a:defRPr>
      </a:lvl5pPr>
      <a:lvl6pPr marL="2408346" indent="-218991" algn="l" defTabSz="8758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846226" indent="-218991" algn="l" defTabSz="8758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284094" indent="-218991" algn="l" defTabSz="8758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721950" indent="-218991" algn="l" defTabSz="8758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875823" rtl="0" eaLnBrk="1" latinLnBrk="0" hangingPunct="1">
        <a:defRPr sz="1900" kern="1200">
          <a:solidFill>
            <a:schemeClr val="tx1"/>
          </a:solidFill>
          <a:latin typeface="+mn-lt"/>
          <a:ea typeface="+mn-ea"/>
          <a:cs typeface="+mn-cs"/>
        </a:defRPr>
      </a:lvl1pPr>
      <a:lvl2pPr marL="438027" algn="l" defTabSz="875823" rtl="0" eaLnBrk="1" latinLnBrk="0" hangingPunct="1">
        <a:defRPr sz="1900" kern="1200">
          <a:solidFill>
            <a:schemeClr val="tx1"/>
          </a:solidFill>
          <a:latin typeface="+mn-lt"/>
          <a:ea typeface="+mn-ea"/>
          <a:cs typeface="+mn-cs"/>
        </a:defRPr>
      </a:lvl2pPr>
      <a:lvl3pPr marL="875823" algn="l" defTabSz="875823" rtl="0" eaLnBrk="1" latinLnBrk="0" hangingPunct="1">
        <a:defRPr sz="1900" kern="1200">
          <a:solidFill>
            <a:schemeClr val="tx1"/>
          </a:solidFill>
          <a:latin typeface="+mn-lt"/>
          <a:ea typeface="+mn-ea"/>
          <a:cs typeface="+mn-cs"/>
        </a:defRPr>
      </a:lvl3pPr>
      <a:lvl4pPr marL="1313687" algn="l" defTabSz="875823" rtl="0" eaLnBrk="1" latinLnBrk="0" hangingPunct="1">
        <a:defRPr sz="1900" kern="1200">
          <a:solidFill>
            <a:schemeClr val="tx1"/>
          </a:solidFill>
          <a:latin typeface="+mn-lt"/>
          <a:ea typeface="+mn-ea"/>
          <a:cs typeface="+mn-cs"/>
        </a:defRPr>
      </a:lvl4pPr>
      <a:lvl5pPr marL="1751539" algn="l" defTabSz="875823" rtl="0" eaLnBrk="1" latinLnBrk="0" hangingPunct="1">
        <a:defRPr sz="1900" kern="1200">
          <a:solidFill>
            <a:schemeClr val="tx1"/>
          </a:solidFill>
          <a:latin typeface="+mn-lt"/>
          <a:ea typeface="+mn-ea"/>
          <a:cs typeface="+mn-cs"/>
        </a:defRPr>
      </a:lvl5pPr>
      <a:lvl6pPr marL="2189396" algn="l" defTabSz="875823" rtl="0" eaLnBrk="1" latinLnBrk="0" hangingPunct="1">
        <a:defRPr sz="1900" kern="1200">
          <a:solidFill>
            <a:schemeClr val="tx1"/>
          </a:solidFill>
          <a:latin typeface="+mn-lt"/>
          <a:ea typeface="+mn-ea"/>
          <a:cs typeface="+mn-cs"/>
        </a:defRPr>
      </a:lvl6pPr>
      <a:lvl7pPr marL="2627280" algn="l" defTabSz="875823" rtl="0" eaLnBrk="1" latinLnBrk="0" hangingPunct="1">
        <a:defRPr sz="1900" kern="1200">
          <a:solidFill>
            <a:schemeClr val="tx1"/>
          </a:solidFill>
          <a:latin typeface="+mn-lt"/>
          <a:ea typeface="+mn-ea"/>
          <a:cs typeface="+mn-cs"/>
        </a:defRPr>
      </a:lvl7pPr>
      <a:lvl8pPr marL="3065135" algn="l" defTabSz="875823" rtl="0" eaLnBrk="1" latinLnBrk="0" hangingPunct="1">
        <a:defRPr sz="1900" kern="1200">
          <a:solidFill>
            <a:schemeClr val="tx1"/>
          </a:solidFill>
          <a:latin typeface="+mn-lt"/>
          <a:ea typeface="+mn-ea"/>
          <a:cs typeface="+mn-cs"/>
        </a:defRPr>
      </a:lvl8pPr>
      <a:lvl9pPr marL="3503014" algn="l" defTabSz="875823" rtl="0" eaLnBrk="1" latinLnBrk="0" hangingPunct="1">
        <a:defRPr sz="1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540001" y="432000"/>
            <a:ext cx="11109600" cy="1080000"/>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Content"/>
          <p:cNvSpPr>
            <a:spLocks noGrp="1"/>
          </p:cNvSpPr>
          <p:nvPr>
            <p:ph type="body" idx="1"/>
          </p:nvPr>
        </p:nvSpPr>
        <p:spPr>
          <a:xfrm>
            <a:off x="540001" y="1512000"/>
            <a:ext cx="11109600" cy="4298400"/>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cNvSpPr>
            <a:spLocks noGrp="1"/>
          </p:cNvSpPr>
          <p:nvPr>
            <p:ph type="dt" sz="half" idx="2"/>
          </p:nvPr>
        </p:nvSpPr>
        <p:spPr>
          <a:xfrm>
            <a:off x="10210174" y="6084000"/>
            <a:ext cx="1440001" cy="360000"/>
          </a:xfrm>
          <a:prstGeom prst="rect">
            <a:avLst/>
          </a:prstGeom>
        </p:spPr>
        <p:txBody>
          <a:bodyPr vert="horz" lIns="0" tIns="0" rIns="0" bIns="0" rtlCol="0" anchor="b"/>
          <a:lstStyle>
            <a:lvl1pPr algn="r">
              <a:defRPr sz="1200">
                <a:solidFill>
                  <a:schemeClr val="bg1">
                    <a:lumMod val="50000"/>
                  </a:schemeClr>
                </a:solidFill>
              </a:defRPr>
            </a:lvl1pPr>
          </a:lstStyle>
          <a:p>
            <a:pPr defTabSz="875911"/>
            <a:fld id="{27FC3DAB-407D-4279-8EB6-232635B61438}" type="datetimeFigureOut">
              <a:rPr lang="en-US" smtClean="0">
                <a:solidFill>
                  <a:prstClr val="white">
                    <a:lumMod val="50000"/>
                  </a:prstClr>
                </a:solidFill>
              </a:rPr>
              <a:pPr defTabSz="875911"/>
              <a:t>10/17/2016</a:t>
            </a:fld>
            <a:endParaRPr lang="en-US" dirty="0">
              <a:solidFill>
                <a:prstClr val="white">
                  <a:lumMod val="50000"/>
                </a:prstClr>
              </a:solidFill>
            </a:endParaRPr>
          </a:p>
        </p:txBody>
      </p:sp>
      <p:sp>
        <p:nvSpPr>
          <p:cNvPr id="5" name="Footer"/>
          <p:cNvSpPr>
            <a:spLocks noGrp="1"/>
          </p:cNvSpPr>
          <p:nvPr>
            <p:ph type="ftr" sz="quarter" idx="3"/>
          </p:nvPr>
        </p:nvSpPr>
        <p:spPr>
          <a:xfrm>
            <a:off x="3934800" y="6084000"/>
            <a:ext cx="4320000" cy="360000"/>
          </a:xfrm>
          <a:prstGeom prst="rect">
            <a:avLst/>
          </a:prstGeom>
        </p:spPr>
        <p:txBody>
          <a:bodyPr vert="horz" lIns="0" tIns="0" rIns="0" bIns="0" rtlCol="0" anchor="b"/>
          <a:lstStyle>
            <a:lvl1pPr algn="ctr">
              <a:defRPr sz="1200">
                <a:solidFill>
                  <a:schemeClr val="bg1">
                    <a:lumMod val="50000"/>
                  </a:schemeClr>
                </a:solidFill>
              </a:defRPr>
            </a:lvl1pPr>
          </a:lstStyle>
          <a:p>
            <a:pPr defTabSz="875911"/>
            <a:endParaRPr lang="en-US" dirty="0">
              <a:solidFill>
                <a:prstClr val="white">
                  <a:lumMod val="50000"/>
                </a:prstClr>
              </a:solidFill>
            </a:endParaRPr>
          </a:p>
        </p:txBody>
      </p:sp>
      <p:sp>
        <p:nvSpPr>
          <p:cNvPr id="6" name="Slide Number"/>
          <p:cNvSpPr>
            <a:spLocks noGrp="1"/>
          </p:cNvSpPr>
          <p:nvPr>
            <p:ph type="sldNum" sz="quarter" idx="4"/>
          </p:nvPr>
        </p:nvSpPr>
        <p:spPr>
          <a:xfrm>
            <a:off x="540000" y="6084000"/>
            <a:ext cx="900000" cy="360000"/>
          </a:xfrm>
          <a:prstGeom prst="rect">
            <a:avLst/>
          </a:prstGeom>
        </p:spPr>
        <p:txBody>
          <a:bodyPr vert="horz" lIns="0" tIns="0" rIns="0" bIns="0" rtlCol="0" anchor="b"/>
          <a:lstStyle>
            <a:lvl1pPr algn="l">
              <a:defRPr sz="1200">
                <a:solidFill>
                  <a:schemeClr val="bg1">
                    <a:lumMod val="50000"/>
                  </a:schemeClr>
                </a:solidFill>
              </a:defRPr>
            </a:lvl1pPr>
          </a:lstStyle>
          <a:p>
            <a:pPr defTabSz="875911"/>
            <a:fld id="{02CEFE82-39F2-4F47-8A0C-D5AB3496FA5C}" type="slidenum">
              <a:rPr lang="en-US" smtClean="0">
                <a:solidFill>
                  <a:prstClr val="white">
                    <a:lumMod val="50000"/>
                  </a:prstClr>
                </a:solidFill>
              </a:rPr>
              <a:pPr defTabSz="875911"/>
              <a:t>‹#›</a:t>
            </a:fld>
            <a:endParaRPr lang="en-US" dirty="0">
              <a:solidFill>
                <a:prstClr val="white">
                  <a:lumMod val="50000"/>
                </a:prstClr>
              </a:solidFill>
            </a:endParaRPr>
          </a:p>
        </p:txBody>
      </p:sp>
    </p:spTree>
    <p:extLst>
      <p:ext uri="{BB962C8B-B14F-4D97-AF65-F5344CB8AC3E}">
        <p14:creationId xmlns:p14="http://schemas.microsoft.com/office/powerpoint/2010/main" val="3638720393"/>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875911"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58669" indent="-258669" algn="l" defTabSz="875911" rtl="0" eaLnBrk="1" latinLnBrk="0" hangingPunct="1">
        <a:lnSpc>
          <a:spcPct val="90000"/>
        </a:lnSpc>
        <a:spcBef>
          <a:spcPts val="0"/>
        </a:spcBef>
        <a:spcAft>
          <a:spcPts val="1000"/>
        </a:spcAft>
        <a:buFont typeface="Wingdings" panose="05000000000000000000" pitchFamily="2" charset="2"/>
        <a:buChar char="§"/>
        <a:defRPr sz="2300" kern="1200">
          <a:solidFill>
            <a:schemeClr val="tx1"/>
          </a:solidFill>
          <a:latin typeface="+mn-lt"/>
          <a:ea typeface="+mn-ea"/>
          <a:cs typeface="+mn-cs"/>
        </a:defRPr>
      </a:lvl1pPr>
      <a:lvl2pPr marL="689658" indent="-258669" algn="l" defTabSz="875911" rtl="0" eaLnBrk="1" latinLnBrk="0" hangingPunct="1">
        <a:lnSpc>
          <a:spcPct val="90000"/>
        </a:lnSpc>
        <a:spcBef>
          <a:spcPts val="0"/>
        </a:spcBef>
        <a:spcAft>
          <a:spcPts val="1000"/>
        </a:spcAft>
        <a:buFont typeface="Calibri Light" panose="020F0302020204030204" pitchFamily="34" charset="0"/>
        <a:buChar char="–"/>
        <a:defRPr sz="2000" kern="1200">
          <a:solidFill>
            <a:schemeClr val="tx1"/>
          </a:solidFill>
          <a:latin typeface="+mn-lt"/>
          <a:ea typeface="+mn-ea"/>
          <a:cs typeface="+mn-cs"/>
        </a:defRPr>
      </a:lvl2pPr>
      <a:lvl3pPr marL="1034491" indent="-258669" algn="l" defTabSz="875911" rtl="0" eaLnBrk="1" latinLnBrk="0" hangingPunct="1">
        <a:lnSpc>
          <a:spcPct val="90000"/>
        </a:lnSpc>
        <a:spcBef>
          <a:spcPts val="0"/>
        </a:spcBef>
        <a:spcAft>
          <a:spcPts val="1000"/>
        </a:spcAft>
        <a:buFont typeface="Calibri Light" panose="020F0302020204030204" pitchFamily="34" charset="0"/>
        <a:buChar char="–"/>
        <a:defRPr sz="1900" kern="1200">
          <a:solidFill>
            <a:schemeClr val="tx1"/>
          </a:solidFill>
          <a:latin typeface="+mn-lt"/>
          <a:ea typeface="+mn-ea"/>
          <a:cs typeface="+mn-cs"/>
        </a:defRPr>
      </a:lvl3pPr>
      <a:lvl4pPr marL="1379293" indent="-258669" algn="l" defTabSz="875911" rtl="0" eaLnBrk="1" latinLnBrk="0" hangingPunct="1">
        <a:lnSpc>
          <a:spcPct val="90000"/>
        </a:lnSpc>
        <a:spcBef>
          <a:spcPts val="0"/>
        </a:spcBef>
        <a:spcAft>
          <a:spcPts val="1000"/>
        </a:spcAft>
        <a:buFont typeface="Calibri Light" panose="020F0302020204030204" pitchFamily="34" charset="0"/>
        <a:buChar char="–"/>
        <a:defRPr sz="1600" kern="1200">
          <a:solidFill>
            <a:schemeClr val="tx1"/>
          </a:solidFill>
          <a:latin typeface="+mn-lt"/>
          <a:ea typeface="+mn-ea"/>
          <a:cs typeface="+mn-cs"/>
        </a:defRPr>
      </a:lvl4pPr>
      <a:lvl5pPr marL="1724134" indent="-258669" algn="l" defTabSz="875911" rtl="0" eaLnBrk="1" latinLnBrk="0" hangingPunct="1">
        <a:lnSpc>
          <a:spcPct val="90000"/>
        </a:lnSpc>
        <a:spcBef>
          <a:spcPts val="0"/>
        </a:spcBef>
        <a:spcAft>
          <a:spcPts val="1000"/>
        </a:spcAft>
        <a:buFont typeface="Calibri Light" panose="020F0302020204030204" pitchFamily="34" charset="0"/>
        <a:buChar char="–"/>
        <a:defRPr sz="1600" kern="1200">
          <a:solidFill>
            <a:schemeClr val="tx1"/>
          </a:solidFill>
          <a:latin typeface="+mn-lt"/>
          <a:ea typeface="+mn-ea"/>
          <a:cs typeface="+mn-cs"/>
        </a:defRPr>
      </a:lvl5pPr>
      <a:lvl6pPr marL="2408586" indent="-219013" algn="l" defTabSz="8759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846510" indent="-219013" algn="l" defTabSz="8759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284422" indent="-219013" algn="l" defTabSz="8759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722322" indent="-219013" algn="l" defTabSz="8759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875911" rtl="0" eaLnBrk="1" latinLnBrk="0" hangingPunct="1">
        <a:defRPr sz="1900" kern="1200">
          <a:solidFill>
            <a:schemeClr val="tx1"/>
          </a:solidFill>
          <a:latin typeface="+mn-lt"/>
          <a:ea typeface="+mn-ea"/>
          <a:cs typeface="+mn-cs"/>
        </a:defRPr>
      </a:lvl1pPr>
      <a:lvl2pPr marL="438071" algn="l" defTabSz="875911" rtl="0" eaLnBrk="1" latinLnBrk="0" hangingPunct="1">
        <a:defRPr sz="1900" kern="1200">
          <a:solidFill>
            <a:schemeClr val="tx1"/>
          </a:solidFill>
          <a:latin typeface="+mn-lt"/>
          <a:ea typeface="+mn-ea"/>
          <a:cs typeface="+mn-cs"/>
        </a:defRPr>
      </a:lvl2pPr>
      <a:lvl3pPr marL="875911" algn="l" defTabSz="875911" rtl="0" eaLnBrk="1" latinLnBrk="0" hangingPunct="1">
        <a:defRPr sz="1900" kern="1200">
          <a:solidFill>
            <a:schemeClr val="tx1"/>
          </a:solidFill>
          <a:latin typeface="+mn-lt"/>
          <a:ea typeface="+mn-ea"/>
          <a:cs typeface="+mn-cs"/>
        </a:defRPr>
      </a:lvl3pPr>
      <a:lvl4pPr marL="1313819" algn="l" defTabSz="875911" rtl="0" eaLnBrk="1" latinLnBrk="0" hangingPunct="1">
        <a:defRPr sz="1900" kern="1200">
          <a:solidFill>
            <a:schemeClr val="tx1"/>
          </a:solidFill>
          <a:latin typeface="+mn-lt"/>
          <a:ea typeface="+mn-ea"/>
          <a:cs typeface="+mn-cs"/>
        </a:defRPr>
      </a:lvl4pPr>
      <a:lvl5pPr marL="1751715" algn="l" defTabSz="875911" rtl="0" eaLnBrk="1" latinLnBrk="0" hangingPunct="1">
        <a:defRPr sz="1900" kern="1200">
          <a:solidFill>
            <a:schemeClr val="tx1"/>
          </a:solidFill>
          <a:latin typeface="+mn-lt"/>
          <a:ea typeface="+mn-ea"/>
          <a:cs typeface="+mn-cs"/>
        </a:defRPr>
      </a:lvl5pPr>
      <a:lvl6pPr marL="2189614" algn="l" defTabSz="875911" rtl="0" eaLnBrk="1" latinLnBrk="0" hangingPunct="1">
        <a:defRPr sz="1900" kern="1200">
          <a:solidFill>
            <a:schemeClr val="tx1"/>
          </a:solidFill>
          <a:latin typeface="+mn-lt"/>
          <a:ea typeface="+mn-ea"/>
          <a:cs typeface="+mn-cs"/>
        </a:defRPr>
      </a:lvl6pPr>
      <a:lvl7pPr marL="2627543" algn="l" defTabSz="875911" rtl="0" eaLnBrk="1" latinLnBrk="0" hangingPunct="1">
        <a:defRPr sz="1900" kern="1200">
          <a:solidFill>
            <a:schemeClr val="tx1"/>
          </a:solidFill>
          <a:latin typeface="+mn-lt"/>
          <a:ea typeface="+mn-ea"/>
          <a:cs typeface="+mn-cs"/>
        </a:defRPr>
      </a:lvl7pPr>
      <a:lvl8pPr marL="3065441" algn="l" defTabSz="875911" rtl="0" eaLnBrk="1" latinLnBrk="0" hangingPunct="1">
        <a:defRPr sz="1900" kern="1200">
          <a:solidFill>
            <a:schemeClr val="tx1"/>
          </a:solidFill>
          <a:latin typeface="+mn-lt"/>
          <a:ea typeface="+mn-ea"/>
          <a:cs typeface="+mn-cs"/>
        </a:defRPr>
      </a:lvl8pPr>
      <a:lvl9pPr marL="3503364" algn="l" defTabSz="875911" rtl="0" eaLnBrk="1" latinLnBrk="0" hangingPunct="1">
        <a:defRPr sz="1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540001" y="432000"/>
            <a:ext cx="11109600" cy="1080000"/>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Content"/>
          <p:cNvSpPr>
            <a:spLocks noGrp="1"/>
          </p:cNvSpPr>
          <p:nvPr>
            <p:ph type="body" idx="1"/>
          </p:nvPr>
        </p:nvSpPr>
        <p:spPr>
          <a:xfrm>
            <a:off x="540001" y="1512000"/>
            <a:ext cx="11109600" cy="4298400"/>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cNvSpPr>
            <a:spLocks noGrp="1"/>
          </p:cNvSpPr>
          <p:nvPr>
            <p:ph type="dt" sz="half" idx="2"/>
          </p:nvPr>
        </p:nvSpPr>
        <p:spPr>
          <a:xfrm>
            <a:off x="10210171" y="6084000"/>
            <a:ext cx="1440001" cy="360000"/>
          </a:xfrm>
          <a:prstGeom prst="rect">
            <a:avLst/>
          </a:prstGeom>
        </p:spPr>
        <p:txBody>
          <a:bodyPr vert="horz" lIns="0" tIns="0" rIns="0" bIns="0" rtlCol="0" anchor="b"/>
          <a:lstStyle>
            <a:lvl1pPr algn="r">
              <a:defRPr sz="1200">
                <a:solidFill>
                  <a:schemeClr val="bg1">
                    <a:lumMod val="50000"/>
                  </a:schemeClr>
                </a:solidFill>
              </a:defRPr>
            </a:lvl1pPr>
          </a:lstStyle>
          <a:p>
            <a:pPr defTabSz="876087"/>
            <a:fld id="{27FC3DAB-407D-4279-8EB6-232635B61438}" type="datetimeFigureOut">
              <a:rPr lang="en-US" smtClean="0">
                <a:solidFill>
                  <a:prstClr val="white">
                    <a:lumMod val="50000"/>
                  </a:prstClr>
                </a:solidFill>
              </a:rPr>
              <a:pPr defTabSz="876087"/>
              <a:t>10/17/2016</a:t>
            </a:fld>
            <a:endParaRPr lang="en-US" dirty="0">
              <a:solidFill>
                <a:prstClr val="white">
                  <a:lumMod val="50000"/>
                </a:prstClr>
              </a:solidFill>
            </a:endParaRPr>
          </a:p>
        </p:txBody>
      </p:sp>
      <p:sp>
        <p:nvSpPr>
          <p:cNvPr id="5" name="Footer"/>
          <p:cNvSpPr>
            <a:spLocks noGrp="1"/>
          </p:cNvSpPr>
          <p:nvPr>
            <p:ph type="ftr" sz="quarter" idx="3"/>
          </p:nvPr>
        </p:nvSpPr>
        <p:spPr>
          <a:xfrm>
            <a:off x="3934800" y="6084000"/>
            <a:ext cx="4320000" cy="360000"/>
          </a:xfrm>
          <a:prstGeom prst="rect">
            <a:avLst/>
          </a:prstGeom>
        </p:spPr>
        <p:txBody>
          <a:bodyPr vert="horz" lIns="0" tIns="0" rIns="0" bIns="0" rtlCol="0" anchor="b"/>
          <a:lstStyle>
            <a:lvl1pPr algn="ctr">
              <a:defRPr sz="1200">
                <a:solidFill>
                  <a:schemeClr val="bg1">
                    <a:lumMod val="50000"/>
                  </a:schemeClr>
                </a:solidFill>
              </a:defRPr>
            </a:lvl1pPr>
          </a:lstStyle>
          <a:p>
            <a:pPr defTabSz="876087"/>
            <a:endParaRPr lang="en-US" dirty="0">
              <a:solidFill>
                <a:prstClr val="white">
                  <a:lumMod val="50000"/>
                </a:prstClr>
              </a:solidFill>
            </a:endParaRPr>
          </a:p>
        </p:txBody>
      </p:sp>
      <p:sp>
        <p:nvSpPr>
          <p:cNvPr id="6" name="Slide Number"/>
          <p:cNvSpPr>
            <a:spLocks noGrp="1"/>
          </p:cNvSpPr>
          <p:nvPr>
            <p:ph type="sldNum" sz="quarter" idx="4"/>
          </p:nvPr>
        </p:nvSpPr>
        <p:spPr>
          <a:xfrm>
            <a:off x="540000" y="6084000"/>
            <a:ext cx="900000" cy="360000"/>
          </a:xfrm>
          <a:prstGeom prst="rect">
            <a:avLst/>
          </a:prstGeom>
        </p:spPr>
        <p:txBody>
          <a:bodyPr vert="horz" lIns="0" tIns="0" rIns="0" bIns="0" rtlCol="0" anchor="b"/>
          <a:lstStyle>
            <a:lvl1pPr algn="l">
              <a:defRPr sz="1200">
                <a:solidFill>
                  <a:schemeClr val="bg1">
                    <a:lumMod val="50000"/>
                  </a:schemeClr>
                </a:solidFill>
              </a:defRPr>
            </a:lvl1pPr>
          </a:lstStyle>
          <a:p>
            <a:pPr defTabSz="876087"/>
            <a:fld id="{02CEFE82-39F2-4F47-8A0C-D5AB3496FA5C}" type="slidenum">
              <a:rPr lang="en-US" smtClean="0">
                <a:solidFill>
                  <a:prstClr val="white">
                    <a:lumMod val="50000"/>
                  </a:prstClr>
                </a:solidFill>
              </a:rPr>
              <a:pPr defTabSz="876087"/>
              <a:t>‹#›</a:t>
            </a:fld>
            <a:endParaRPr lang="en-US" dirty="0">
              <a:solidFill>
                <a:prstClr val="white">
                  <a:lumMod val="50000"/>
                </a:prstClr>
              </a:solidFill>
            </a:endParaRPr>
          </a:p>
        </p:txBody>
      </p:sp>
    </p:spTree>
    <p:extLst>
      <p:ext uri="{BB962C8B-B14F-4D97-AF65-F5344CB8AC3E}">
        <p14:creationId xmlns:p14="http://schemas.microsoft.com/office/powerpoint/2010/main" val="93197408"/>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8760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58721" indent="-258721" algn="l" defTabSz="876087" rtl="0" eaLnBrk="1" latinLnBrk="0" hangingPunct="1">
        <a:lnSpc>
          <a:spcPct val="90000"/>
        </a:lnSpc>
        <a:spcBef>
          <a:spcPts val="0"/>
        </a:spcBef>
        <a:spcAft>
          <a:spcPts val="1000"/>
        </a:spcAft>
        <a:buFont typeface="Wingdings" panose="05000000000000000000" pitchFamily="2" charset="2"/>
        <a:buChar char="§"/>
        <a:defRPr sz="2300" kern="1200">
          <a:solidFill>
            <a:schemeClr val="tx1"/>
          </a:solidFill>
          <a:latin typeface="+mn-lt"/>
          <a:ea typeface="+mn-ea"/>
          <a:cs typeface="+mn-cs"/>
        </a:defRPr>
      </a:lvl1pPr>
      <a:lvl2pPr marL="689794" indent="-258721" algn="l" defTabSz="876087" rtl="0" eaLnBrk="1" latinLnBrk="0" hangingPunct="1">
        <a:lnSpc>
          <a:spcPct val="90000"/>
        </a:lnSpc>
        <a:spcBef>
          <a:spcPts val="0"/>
        </a:spcBef>
        <a:spcAft>
          <a:spcPts val="1000"/>
        </a:spcAft>
        <a:buFont typeface="Calibri Light" panose="020F0302020204030204" pitchFamily="34" charset="0"/>
        <a:buChar char="–"/>
        <a:defRPr sz="2000" kern="1200">
          <a:solidFill>
            <a:schemeClr val="tx1"/>
          </a:solidFill>
          <a:latin typeface="+mn-lt"/>
          <a:ea typeface="+mn-ea"/>
          <a:cs typeface="+mn-cs"/>
        </a:defRPr>
      </a:lvl2pPr>
      <a:lvl3pPr marL="1034699" indent="-258721" algn="l" defTabSz="876087" rtl="0" eaLnBrk="1" latinLnBrk="0" hangingPunct="1">
        <a:lnSpc>
          <a:spcPct val="90000"/>
        </a:lnSpc>
        <a:spcBef>
          <a:spcPts val="0"/>
        </a:spcBef>
        <a:spcAft>
          <a:spcPts val="1000"/>
        </a:spcAft>
        <a:buFont typeface="Calibri Light" panose="020F0302020204030204" pitchFamily="34" charset="0"/>
        <a:buChar char="–"/>
        <a:defRPr sz="1900" kern="1200">
          <a:solidFill>
            <a:schemeClr val="tx1"/>
          </a:solidFill>
          <a:latin typeface="+mn-lt"/>
          <a:ea typeface="+mn-ea"/>
          <a:cs typeface="+mn-cs"/>
        </a:defRPr>
      </a:lvl3pPr>
      <a:lvl4pPr marL="1379569" indent="-258721" algn="l" defTabSz="876087" rtl="0" eaLnBrk="1" latinLnBrk="0" hangingPunct="1">
        <a:lnSpc>
          <a:spcPct val="90000"/>
        </a:lnSpc>
        <a:spcBef>
          <a:spcPts val="0"/>
        </a:spcBef>
        <a:spcAft>
          <a:spcPts val="1000"/>
        </a:spcAft>
        <a:buFont typeface="Calibri Light" panose="020F0302020204030204" pitchFamily="34" charset="0"/>
        <a:buChar char="–"/>
        <a:defRPr sz="1600" kern="1200">
          <a:solidFill>
            <a:schemeClr val="tx1"/>
          </a:solidFill>
          <a:latin typeface="+mn-lt"/>
          <a:ea typeface="+mn-ea"/>
          <a:cs typeface="+mn-cs"/>
        </a:defRPr>
      </a:lvl4pPr>
      <a:lvl5pPr marL="1724478" indent="-258721" algn="l" defTabSz="876087" rtl="0" eaLnBrk="1" latinLnBrk="0" hangingPunct="1">
        <a:lnSpc>
          <a:spcPct val="90000"/>
        </a:lnSpc>
        <a:spcBef>
          <a:spcPts val="0"/>
        </a:spcBef>
        <a:spcAft>
          <a:spcPts val="1000"/>
        </a:spcAft>
        <a:buFont typeface="Calibri Light" panose="020F0302020204030204" pitchFamily="34" charset="0"/>
        <a:buChar char="–"/>
        <a:defRPr sz="1600" kern="1200">
          <a:solidFill>
            <a:schemeClr val="tx1"/>
          </a:solidFill>
          <a:latin typeface="+mn-lt"/>
          <a:ea typeface="+mn-ea"/>
          <a:cs typeface="+mn-cs"/>
        </a:defRPr>
      </a:lvl5pPr>
      <a:lvl6pPr marL="2409066" indent="-219057" algn="l" defTabSz="87608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847078" indent="-219057" algn="l" defTabSz="87608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285078" indent="-219057" algn="l" defTabSz="87608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723066" indent="-219057" algn="l" defTabSz="87608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876087" rtl="0" eaLnBrk="1" latinLnBrk="0" hangingPunct="1">
        <a:defRPr sz="1900" kern="1200">
          <a:solidFill>
            <a:schemeClr val="tx1"/>
          </a:solidFill>
          <a:latin typeface="+mn-lt"/>
          <a:ea typeface="+mn-ea"/>
          <a:cs typeface="+mn-cs"/>
        </a:defRPr>
      </a:lvl1pPr>
      <a:lvl2pPr marL="438159" algn="l" defTabSz="876087" rtl="0" eaLnBrk="1" latinLnBrk="0" hangingPunct="1">
        <a:defRPr sz="1900" kern="1200">
          <a:solidFill>
            <a:schemeClr val="tx1"/>
          </a:solidFill>
          <a:latin typeface="+mn-lt"/>
          <a:ea typeface="+mn-ea"/>
          <a:cs typeface="+mn-cs"/>
        </a:defRPr>
      </a:lvl2pPr>
      <a:lvl3pPr marL="876087" algn="l" defTabSz="876087" rtl="0" eaLnBrk="1" latinLnBrk="0" hangingPunct="1">
        <a:defRPr sz="1900" kern="1200">
          <a:solidFill>
            <a:schemeClr val="tx1"/>
          </a:solidFill>
          <a:latin typeface="+mn-lt"/>
          <a:ea typeface="+mn-ea"/>
          <a:cs typeface="+mn-cs"/>
        </a:defRPr>
      </a:lvl3pPr>
      <a:lvl4pPr marL="1314083" algn="l" defTabSz="876087" rtl="0" eaLnBrk="1" latinLnBrk="0" hangingPunct="1">
        <a:defRPr sz="1900" kern="1200">
          <a:solidFill>
            <a:schemeClr val="tx1"/>
          </a:solidFill>
          <a:latin typeface="+mn-lt"/>
          <a:ea typeface="+mn-ea"/>
          <a:cs typeface="+mn-cs"/>
        </a:defRPr>
      </a:lvl4pPr>
      <a:lvl5pPr marL="1752067" algn="l" defTabSz="876087" rtl="0" eaLnBrk="1" latinLnBrk="0" hangingPunct="1">
        <a:defRPr sz="1900" kern="1200">
          <a:solidFill>
            <a:schemeClr val="tx1"/>
          </a:solidFill>
          <a:latin typeface="+mn-lt"/>
          <a:ea typeface="+mn-ea"/>
          <a:cs typeface="+mn-cs"/>
        </a:defRPr>
      </a:lvl5pPr>
      <a:lvl6pPr marL="2190052" algn="l" defTabSz="876087" rtl="0" eaLnBrk="1" latinLnBrk="0" hangingPunct="1">
        <a:defRPr sz="1900" kern="1200">
          <a:solidFill>
            <a:schemeClr val="tx1"/>
          </a:solidFill>
          <a:latin typeface="+mn-lt"/>
          <a:ea typeface="+mn-ea"/>
          <a:cs typeface="+mn-cs"/>
        </a:defRPr>
      </a:lvl6pPr>
      <a:lvl7pPr marL="2628068" algn="l" defTabSz="876087" rtl="0" eaLnBrk="1" latinLnBrk="0" hangingPunct="1">
        <a:defRPr sz="1900" kern="1200">
          <a:solidFill>
            <a:schemeClr val="tx1"/>
          </a:solidFill>
          <a:latin typeface="+mn-lt"/>
          <a:ea typeface="+mn-ea"/>
          <a:cs typeface="+mn-cs"/>
        </a:defRPr>
      </a:lvl7pPr>
      <a:lvl8pPr marL="3066055" algn="l" defTabSz="876087" rtl="0" eaLnBrk="1" latinLnBrk="0" hangingPunct="1">
        <a:defRPr sz="1900" kern="1200">
          <a:solidFill>
            <a:schemeClr val="tx1"/>
          </a:solidFill>
          <a:latin typeface="+mn-lt"/>
          <a:ea typeface="+mn-ea"/>
          <a:cs typeface="+mn-cs"/>
        </a:defRPr>
      </a:lvl8pPr>
      <a:lvl9pPr marL="3504064" algn="l" defTabSz="876087"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www.presentationload.com/timeline-powerpoint-templates-package.html?utm_source=PPT-TEMPLATE&amp;utm_medium=PPT&amp;utm_term=EDU&amp;utm_campaign=EDU-Timeline-Templates-Bundle" TargetMode="External"/><Relationship Id="rId2" Type="http://schemas.openxmlformats.org/officeDocument/2006/relationships/hyperlink" Target="http://www.presentationload.de/donut-diagramme.html?utm_source=PPT-TEMPLATE&amp;utm_medium=PPT&amp;utm_term=RECOMMENDATION&amp;utm_campaign=FREE-RECOMMENDATION" TargetMode="External"/><Relationship Id="rId1" Type="http://schemas.openxmlformats.org/officeDocument/2006/relationships/slideLayout" Target="../slideLayouts/slideLayout29.xml"/><Relationship Id="rId6" Type="http://schemas.openxmlformats.org/officeDocument/2006/relationships/hyperlink" Target="http://www.dafont.com/bebas-neue.font" TargetMode="External"/><Relationship Id="rId5" Type="http://schemas.openxmlformats.org/officeDocument/2006/relationships/image" Target="../media/image3.png"/><Relationship Id="rId4" Type="http://schemas.openxmlformats.org/officeDocument/2006/relationships/hyperlink" Target="http://www.presentationload.de/kreisdiagramme-segmente.html?utm_source=PPT-TEMPLATE&amp;utm_medium=PPT&amp;utm_term=RECOMMENDATION&amp;utm_campaign=FREE-RECOMMENDATI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www.presentationload.com/timeline-powerpoint-templates-package.html?utm_source=PPT-TEMPLATE&amp;utm_medium=PPT&amp;utm_term=EDU&amp;utm_campaign=EDU-Timeline-Templates-Bundle" TargetMode="External"/><Relationship Id="rId2" Type="http://schemas.openxmlformats.org/officeDocument/2006/relationships/hyperlink" Target="http://www.presentationload.de/datengestuetzte-powerpoint-tabellen.html?utm_source=PPT-TEMPLATE&amp;utm_medium=PPT&amp;utm_term=RECOMMENDATION&amp;utm_campaign=FREE-RECOMMENDATION" TargetMode="External"/><Relationship Id="rId1" Type="http://schemas.openxmlformats.org/officeDocument/2006/relationships/slideLayout" Target="../slideLayouts/slideLayout32.xml"/><Relationship Id="rId6" Type="http://schemas.openxmlformats.org/officeDocument/2006/relationships/hyperlink" Target="http://www.dafont.com/bebas-neue.font" TargetMode="External"/><Relationship Id="rId5" Type="http://schemas.openxmlformats.org/officeDocument/2006/relationships/image" Target="../media/image5.png"/><Relationship Id="rId4" Type="http://schemas.openxmlformats.org/officeDocument/2006/relationships/hyperlink" Target="http://www.presentationload.de/wasserfall-diagramme.html?utm_source=PPT-TEMPLATE&amp;utm_medium=PPT&amp;utm_term=RECOMMENDATION&amp;utm_campaign=FREE-RECOMMENDATIO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www.presentationload.com/timeline-powerpoint-templates-package.html?utm_source=PPT-TEMPLATE&amp;utm_medium=PPT&amp;utm_term=EDU&amp;utm_campaign=EDU-Timeline-Templates-Bundle" TargetMode="External"/><Relationship Id="rId2" Type="http://schemas.openxmlformats.org/officeDocument/2006/relationships/hyperlink" Target="http://www.presentationload.de/layer-perspektive-3d.html?utm_source=PPT-TEMPLATE&amp;utm_medium=PPT&amp;utm_term=RECOMMENDATION&amp;utm_campaign=FREE-RECOMMENDATION" TargetMode="External"/><Relationship Id="rId1" Type="http://schemas.openxmlformats.org/officeDocument/2006/relationships/slideLayout" Target="../slideLayouts/slideLayout35.xml"/><Relationship Id="rId6" Type="http://schemas.openxmlformats.org/officeDocument/2006/relationships/hyperlink" Target="http://www.dafont.com/bebas-neue.font" TargetMode="External"/><Relationship Id="rId5" Type="http://schemas.openxmlformats.org/officeDocument/2006/relationships/image" Target="../media/image7.png"/><Relationship Id="rId4" Type="http://schemas.openxmlformats.org/officeDocument/2006/relationships/hyperlink" Target="http://www.presentationload.de/stufendiagramme.html?utm_source=PPT-TEMPLATE&amp;utm_medium=PPT&amp;utm_term=RECOMMENDATION&amp;utm_campaign=FREE-RECOMMENDATIO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dafont.com/de/bebas-neue.font" TargetMode="External"/><Relationship Id="rId2" Type="http://schemas.openxmlformats.org/officeDocument/2006/relationships/hyperlink" Target="http://www.dafont.com/bebas-neue.font" TargetMode="Externa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blackGray"/>
        <p:txBody>
          <a:bodyPr/>
          <a:lstStyle/>
          <a:p>
            <a:r>
              <a:rPr lang="en-US" dirty="0" smtClean="0"/>
              <a:t>Free PowerPoint</a:t>
            </a:r>
            <a:br>
              <a:rPr lang="en-US" dirty="0" smtClean="0"/>
            </a:br>
            <a:r>
              <a:rPr lang="en-US" dirty="0" smtClean="0"/>
              <a:t>Template</a:t>
            </a:r>
            <a:endParaRPr lang="en-US" dirty="0"/>
          </a:p>
        </p:txBody>
      </p:sp>
      <p:sp>
        <p:nvSpPr>
          <p:cNvPr id="4" name="Textplatzhalter 3"/>
          <p:cNvSpPr>
            <a:spLocks noGrp="1"/>
          </p:cNvSpPr>
          <p:nvPr>
            <p:ph type="body" idx="1"/>
          </p:nvPr>
        </p:nvSpPr>
        <p:spPr bwMode="blackGray"/>
        <p:txBody>
          <a:bodyPr/>
          <a:lstStyle/>
          <a:p>
            <a:r>
              <a:rPr lang="en-US" dirty="0" smtClean="0"/>
              <a:t>PRESENTATIONLOAD</a:t>
            </a:r>
            <a:endParaRPr lang="en-US" dirty="0"/>
          </a:p>
        </p:txBody>
      </p:sp>
      <p:pic>
        <p:nvPicPr>
          <p:cNvPr id="5" name="Picture 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36547" y="6120311"/>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42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blackGray"/>
        <p:txBody>
          <a:bodyPr/>
          <a:lstStyle/>
          <a:p>
            <a:r>
              <a:rPr lang="en-US" dirty="0" smtClean="0"/>
              <a:t>TEXT 1 BOX</a:t>
            </a:r>
            <a:endParaRPr lang="en-US" dirty="0"/>
          </a:p>
        </p:txBody>
      </p:sp>
      <p:sp>
        <p:nvSpPr>
          <p:cNvPr id="3" name="Textplatzhalter 2"/>
          <p:cNvSpPr>
            <a:spLocks noGrp="1"/>
          </p:cNvSpPr>
          <p:nvPr>
            <p:ph type="body" sz="quarter" idx="13"/>
          </p:nvPr>
        </p:nvSpPr>
        <p:spPr bwMode="blackGray"/>
        <p:txBody>
          <a:bodyPr/>
          <a:lstStyle/>
          <a:p>
            <a:r>
              <a:rPr lang="en-US" noProof="1" smtClean="0"/>
              <a:t>Enter your subheadline here</a:t>
            </a:r>
            <a:endParaRPr lang="en-US" noProof="1"/>
          </a:p>
        </p:txBody>
      </p:sp>
      <p:sp>
        <p:nvSpPr>
          <p:cNvPr id="4" name="Fußzeilenplatzhalter 3"/>
          <p:cNvSpPr>
            <a:spLocks noGrp="1"/>
          </p:cNvSpPr>
          <p:nvPr>
            <p:ph type="ftr" sz="quarter" idx="3"/>
          </p:nvPr>
        </p:nvSpPr>
        <p:spPr bwMode="blackGray"/>
        <p:txBody>
          <a:bodyPr/>
          <a:lstStyle/>
          <a:p>
            <a:r>
              <a:rPr lang="en-US" dirty="0" smtClean="0"/>
              <a:t>Enter your footer text here</a:t>
            </a:r>
            <a:endParaRPr lang="en-US" dirty="0"/>
          </a:p>
        </p:txBody>
      </p:sp>
      <p:sp>
        <p:nvSpPr>
          <p:cNvPr id="5" name="Foliennummernplatzhalter 4"/>
          <p:cNvSpPr>
            <a:spLocks noGrp="1"/>
          </p:cNvSpPr>
          <p:nvPr>
            <p:ph type="sldNum" sz="quarter" idx="4"/>
          </p:nvPr>
        </p:nvSpPr>
        <p:spPr bwMode="blackGray"/>
        <p:txBody>
          <a:bodyPr/>
          <a:lstStyle/>
          <a:p>
            <a:fld id="{75A4F164-3A46-4CEE-A25C-CA523D5E42F3}" type="slidenum">
              <a:rPr lang="en-US" smtClean="0"/>
              <a:pPr/>
              <a:t>2</a:t>
            </a:fld>
            <a:endParaRPr lang="en-US" dirty="0"/>
          </a:p>
        </p:txBody>
      </p:sp>
      <p:sp>
        <p:nvSpPr>
          <p:cNvPr id="6" name="Inhaltsplatzhalter 5"/>
          <p:cNvSpPr>
            <a:spLocks noGrp="1"/>
          </p:cNvSpPr>
          <p:nvPr>
            <p:ph idx="1"/>
          </p:nvPr>
        </p:nvSpPr>
        <p:spPr bwMode="blackGray"/>
        <p:txBody>
          <a:bodyPr/>
          <a:lstStyle/>
          <a:p>
            <a:r>
              <a:rPr lang="en-US" dirty="0"/>
              <a:t>This is a placeholder text. This text can be replaced with your own text.</a:t>
            </a:r>
          </a:p>
          <a:p>
            <a:r>
              <a:rPr lang="en-US" dirty="0"/>
              <a:t>The text demonstrates how your own text will look when you replace the placeholder </a:t>
            </a:r>
            <a:r>
              <a:rPr lang="en-US" dirty="0" smtClean="0"/>
              <a:t/>
            </a:r>
            <a:br>
              <a:rPr lang="en-US" dirty="0" smtClean="0"/>
            </a:br>
            <a:r>
              <a:rPr lang="en-US" dirty="0" smtClean="0"/>
              <a:t>with </a:t>
            </a:r>
            <a:r>
              <a:rPr lang="en-US" dirty="0"/>
              <a:t>your own text. If you don’t want to use the style and size of the fonts as used </a:t>
            </a:r>
            <a:r>
              <a:rPr lang="en-US" dirty="0" smtClean="0"/>
              <a:t/>
            </a:r>
            <a:br>
              <a:rPr lang="en-US" dirty="0" smtClean="0"/>
            </a:br>
            <a:r>
              <a:rPr lang="en-US" dirty="0" smtClean="0"/>
              <a:t>in </a:t>
            </a:r>
            <a:r>
              <a:rPr lang="en-US" dirty="0"/>
              <a:t>this placeholder it’s possible to replace it by selecting different options.</a:t>
            </a:r>
          </a:p>
          <a:p>
            <a:r>
              <a:rPr lang="en-US" dirty="0"/>
              <a:t>The text demonstrates how your own text will look when </a:t>
            </a:r>
            <a:r>
              <a:rPr lang="en-US" dirty="0" smtClean="0"/>
              <a:t>you replace </a:t>
            </a:r>
            <a:r>
              <a:rPr lang="en-US" dirty="0"/>
              <a:t>the </a:t>
            </a:r>
            <a:r>
              <a:rPr lang="en-US" dirty="0" smtClean="0"/>
              <a:t/>
            </a:r>
            <a:br>
              <a:rPr lang="en-US" dirty="0" smtClean="0"/>
            </a:br>
            <a:r>
              <a:rPr lang="en-US" dirty="0" smtClean="0"/>
              <a:t>placeholder with </a:t>
            </a:r>
            <a:r>
              <a:rPr lang="en-US" dirty="0"/>
              <a:t>your own text.</a:t>
            </a:r>
          </a:p>
          <a:p>
            <a:endParaRPr lang="en-US" dirty="0"/>
          </a:p>
        </p:txBody>
      </p:sp>
      <p:grpSp>
        <p:nvGrpSpPr>
          <p:cNvPr id="7" name="Gruppieren 6"/>
          <p:cNvGrpSpPr/>
          <p:nvPr/>
        </p:nvGrpSpPr>
        <p:grpSpPr>
          <a:xfrm>
            <a:off x="10358702" y="6025557"/>
            <a:ext cx="1290899" cy="610095"/>
            <a:chOff x="-2452688" y="4248150"/>
            <a:chExt cx="2260600" cy="1068388"/>
          </a:xfrm>
        </p:grpSpPr>
        <p:sp>
          <p:nvSpPr>
            <p:cNvPr id="8" name="Rectangle 6"/>
            <p:cNvSpPr>
              <a:spLocks noChangeArrowheads="1"/>
            </p:cNvSpPr>
            <p:nvPr/>
          </p:nvSpPr>
          <p:spPr bwMode="auto">
            <a:xfrm>
              <a:off x="-2452688" y="4248150"/>
              <a:ext cx="2260600" cy="1068388"/>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100"/>
            </a:p>
          </p:txBody>
        </p:sp>
        <p:sp>
          <p:nvSpPr>
            <p:cNvPr id="9" name="Rectangle 7"/>
            <p:cNvSpPr>
              <a:spLocks noChangeArrowheads="1"/>
            </p:cNvSpPr>
            <p:nvPr/>
          </p:nvSpPr>
          <p:spPr bwMode="auto">
            <a:xfrm>
              <a:off x="-2452688" y="4412985"/>
              <a:ext cx="2260598" cy="51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dirty="0">
                  <a:solidFill>
                    <a:srgbClr val="000000"/>
                  </a:solidFill>
                  <a:latin typeface="Bebas Neue" pitchFamily="34" charset="0"/>
                </a:rPr>
                <a:t>PLACEHOLDER</a:t>
              </a:r>
              <a:endParaRPr lang="de-DE" altLang="de-DE" sz="1100" dirty="0"/>
            </a:p>
          </p:txBody>
        </p:sp>
        <p:sp>
          <p:nvSpPr>
            <p:cNvPr id="10" name="Rectangle 8"/>
            <p:cNvSpPr>
              <a:spLocks noChangeArrowheads="1"/>
            </p:cNvSpPr>
            <p:nvPr/>
          </p:nvSpPr>
          <p:spPr bwMode="auto">
            <a:xfrm>
              <a:off x="-2452688" y="4848225"/>
              <a:ext cx="2260598" cy="2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sz="900" dirty="0">
                  <a:solidFill>
                    <a:srgbClr val="000000"/>
                  </a:solidFill>
                  <a:latin typeface="Calibri Light" pitchFamily="34" charset="0"/>
                </a:rPr>
                <a:t>LOGO | SAMPLE CITY</a:t>
              </a:r>
              <a:endParaRPr lang="de-DE" altLang="de-DE" sz="900" dirty="0"/>
            </a:p>
          </p:txBody>
        </p:sp>
      </p:grpSp>
    </p:spTree>
    <p:extLst>
      <p:ext uri="{BB962C8B-B14F-4D97-AF65-F5344CB8AC3E}">
        <p14:creationId xmlns:p14="http://schemas.microsoft.com/office/powerpoint/2010/main" val="2488669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Free PowerPoint</a:t>
            </a:r>
            <a:br>
              <a:rPr lang="en-US" dirty="0"/>
            </a:br>
            <a:r>
              <a:rPr lang="en-US" dirty="0"/>
              <a:t>Template</a:t>
            </a:r>
          </a:p>
        </p:txBody>
      </p:sp>
      <p:sp>
        <p:nvSpPr>
          <p:cNvPr id="3" name="Textplatzhalter 2"/>
          <p:cNvSpPr>
            <a:spLocks noGrp="1"/>
          </p:cNvSpPr>
          <p:nvPr>
            <p:ph type="body" idx="1"/>
          </p:nvPr>
        </p:nvSpPr>
        <p:spPr bwMode="gray"/>
        <p:txBody>
          <a:bodyPr/>
          <a:lstStyle/>
          <a:p>
            <a:pPr lvl="0"/>
            <a:r>
              <a:rPr lang="en-US" dirty="0" smtClean="0"/>
              <a:t>PRESENTATIONLOAD</a:t>
            </a:r>
            <a:endParaRPr lang="en-US" dirty="0"/>
          </a:p>
        </p:txBody>
      </p:sp>
      <p:pic>
        <p:nvPicPr>
          <p:cNvPr id="6" name="Picture 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36547" y="6120311"/>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093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blackGray"/>
        <p:txBody>
          <a:bodyPr/>
          <a:lstStyle/>
          <a:p>
            <a:r>
              <a:rPr lang="en-US" dirty="0" smtClean="0"/>
              <a:t>TEXT 2 BOXES</a:t>
            </a:r>
            <a:endParaRPr lang="en-US" dirty="0"/>
          </a:p>
        </p:txBody>
      </p:sp>
      <p:sp>
        <p:nvSpPr>
          <p:cNvPr id="4" name="Textplatzhalter 3"/>
          <p:cNvSpPr>
            <a:spLocks noGrp="1"/>
          </p:cNvSpPr>
          <p:nvPr>
            <p:ph type="body" sz="quarter" idx="13"/>
          </p:nvPr>
        </p:nvSpPr>
        <p:spPr bwMode="blackGray"/>
        <p:txBody>
          <a:bodyPr/>
          <a:lstStyle/>
          <a:p>
            <a:r>
              <a:rPr lang="en-US" noProof="1" smtClean="0"/>
              <a:t>Enter your subheadline here</a:t>
            </a:r>
          </a:p>
        </p:txBody>
      </p:sp>
      <p:sp>
        <p:nvSpPr>
          <p:cNvPr id="5" name="Inhaltsplatzhalter 4"/>
          <p:cNvSpPr>
            <a:spLocks noGrp="1"/>
          </p:cNvSpPr>
          <p:nvPr>
            <p:ph idx="15"/>
          </p:nvPr>
        </p:nvSpPr>
        <p:spPr bwMode="blackGray"/>
        <p:txBody>
          <a:bodyPr/>
          <a:lstStyle/>
          <a:p>
            <a:pPr marL="0" indent="0">
              <a:buNone/>
            </a:pPr>
            <a:r>
              <a:rPr lang="en-US" b="1" dirty="0">
                <a:latin typeface="+mj-lt"/>
              </a:rPr>
              <a:t>THIS IS A PLACEHOLDER TEXT. </a:t>
            </a:r>
          </a:p>
          <a:p>
            <a:r>
              <a:rPr lang="en-US" dirty="0"/>
              <a:t>If you don’t want to use the style and size </a:t>
            </a:r>
            <a:r>
              <a:rPr lang="en-US" dirty="0" smtClean="0"/>
              <a:t/>
            </a:r>
            <a:br>
              <a:rPr lang="en-US" dirty="0" smtClean="0"/>
            </a:br>
            <a:r>
              <a:rPr lang="en-US" dirty="0" smtClean="0"/>
              <a:t>of </a:t>
            </a:r>
            <a:r>
              <a:rPr lang="en-US" dirty="0"/>
              <a:t>the fonts as used in this placeholder it’s possible to replace it by selecting different options.</a:t>
            </a:r>
          </a:p>
          <a:p>
            <a:r>
              <a:rPr lang="en-US" dirty="0" smtClean="0"/>
              <a:t>This </a:t>
            </a:r>
            <a:r>
              <a:rPr lang="en-US" dirty="0"/>
              <a:t>is a placeholder text. This text can be replaced with your own text. The text demonstrates how </a:t>
            </a:r>
            <a:r>
              <a:rPr lang="en-US" dirty="0" smtClean="0"/>
              <a:t>your </a:t>
            </a:r>
            <a:r>
              <a:rPr lang="en-US" dirty="0"/>
              <a:t>own text will look when you replace </a:t>
            </a:r>
            <a:r>
              <a:rPr lang="en-US" dirty="0" smtClean="0"/>
              <a:t>the </a:t>
            </a:r>
            <a:r>
              <a:rPr lang="en-US" dirty="0"/>
              <a:t>placeholder with your own text.</a:t>
            </a:r>
          </a:p>
          <a:p>
            <a:endParaRPr lang="en-US" dirty="0"/>
          </a:p>
        </p:txBody>
      </p:sp>
      <p:sp>
        <p:nvSpPr>
          <p:cNvPr id="3" name="Inhaltsplatzhalter 2" descr="&#10;&#10;&#10;&#10;&#10;&#10;&#10;&#10;&#10;&#10;&#10;&#10;&#10;&#10;&#10;&#10;&#10;&#10;&#10;&#10;&#10;&#10;&#10;&#10;&#10;&#10;&#10;&#10;&#10;&#10;&#10;&#10;&#10;PresentationLoad.com"/>
          <p:cNvSpPr>
            <a:spLocks noGrp="1"/>
          </p:cNvSpPr>
          <p:nvPr>
            <p:ph idx="16"/>
          </p:nvPr>
        </p:nvSpPr>
        <p:spPr bwMode="blackGray"/>
        <p:txBody>
          <a:bodyPr>
            <a:noAutofit/>
          </a:bodyPr>
          <a:lstStyle/>
          <a:p>
            <a:pPr marL="0" indent="0">
              <a:buNone/>
            </a:pPr>
            <a:r>
              <a:rPr lang="en-US" b="1" dirty="0" smtClean="0">
                <a:latin typeface="+mj-lt"/>
              </a:rPr>
              <a:t>THIS IS A PLACEHOLDER TEXT. </a:t>
            </a:r>
          </a:p>
          <a:p>
            <a:r>
              <a:rPr lang="en-US" dirty="0" smtClean="0"/>
              <a:t>This </a:t>
            </a:r>
            <a:r>
              <a:rPr lang="en-US" dirty="0"/>
              <a:t>is a placeholder text. This </a:t>
            </a:r>
            <a:r>
              <a:rPr lang="en-US" dirty="0" smtClean="0"/>
              <a:t>text can be replaced with your own text. The text demonstrates how your own text will look when you replace the placeholder with your own text.</a:t>
            </a:r>
          </a:p>
          <a:p>
            <a:r>
              <a:rPr lang="en-US" dirty="0" smtClean="0"/>
              <a:t>If you don’t want to use the style and size </a:t>
            </a:r>
            <a:br>
              <a:rPr lang="en-US" dirty="0" smtClean="0"/>
            </a:br>
            <a:r>
              <a:rPr lang="en-US" dirty="0" smtClean="0"/>
              <a:t>of the fonts as used in this placeholder it’s possible to replace it by selecting different options.</a:t>
            </a:r>
          </a:p>
        </p:txBody>
      </p:sp>
      <p:sp>
        <p:nvSpPr>
          <p:cNvPr id="8" name="Fußzeilenplatzhalter 7"/>
          <p:cNvSpPr>
            <a:spLocks noGrp="1"/>
          </p:cNvSpPr>
          <p:nvPr>
            <p:ph type="ftr" sz="quarter" idx="3"/>
          </p:nvPr>
        </p:nvSpPr>
        <p:spPr bwMode="blackGray"/>
        <p:txBody>
          <a:bodyPr/>
          <a:lstStyle/>
          <a:p>
            <a:r>
              <a:rPr lang="en-US" dirty="0" smtClean="0"/>
              <a:t>Enter your footer text here</a:t>
            </a:r>
            <a:endParaRPr lang="en-US" dirty="0"/>
          </a:p>
        </p:txBody>
      </p:sp>
      <p:sp>
        <p:nvSpPr>
          <p:cNvPr id="9" name="Foliennummernplatzhalter 8"/>
          <p:cNvSpPr>
            <a:spLocks noGrp="1"/>
          </p:cNvSpPr>
          <p:nvPr>
            <p:ph type="sldNum" sz="quarter" idx="4"/>
          </p:nvPr>
        </p:nvSpPr>
        <p:spPr bwMode="blackGray"/>
        <p:txBody>
          <a:bodyPr/>
          <a:lstStyle/>
          <a:p>
            <a:fld id="{75A4F164-3A46-4CEE-A25C-CA523D5E42F3}" type="slidenum">
              <a:rPr lang="en-US" smtClean="0"/>
              <a:t>4</a:t>
            </a:fld>
            <a:endParaRPr lang="en-US" dirty="0"/>
          </a:p>
        </p:txBody>
      </p:sp>
      <p:grpSp>
        <p:nvGrpSpPr>
          <p:cNvPr id="10" name="Gruppieren 9"/>
          <p:cNvGrpSpPr/>
          <p:nvPr/>
        </p:nvGrpSpPr>
        <p:grpSpPr>
          <a:xfrm>
            <a:off x="10358702" y="6025557"/>
            <a:ext cx="1290899" cy="610095"/>
            <a:chOff x="-2452688" y="4248150"/>
            <a:chExt cx="2260600" cy="1068388"/>
          </a:xfrm>
        </p:grpSpPr>
        <p:sp>
          <p:nvSpPr>
            <p:cNvPr id="11" name="Rectangle 6"/>
            <p:cNvSpPr>
              <a:spLocks noChangeArrowheads="1"/>
            </p:cNvSpPr>
            <p:nvPr/>
          </p:nvSpPr>
          <p:spPr bwMode="auto">
            <a:xfrm>
              <a:off x="-2452688" y="4248150"/>
              <a:ext cx="2260600" cy="1068388"/>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100"/>
            </a:p>
          </p:txBody>
        </p:sp>
        <p:sp>
          <p:nvSpPr>
            <p:cNvPr id="12" name="Rectangle 7"/>
            <p:cNvSpPr>
              <a:spLocks noChangeArrowheads="1"/>
            </p:cNvSpPr>
            <p:nvPr/>
          </p:nvSpPr>
          <p:spPr bwMode="auto">
            <a:xfrm>
              <a:off x="-2452688" y="4412985"/>
              <a:ext cx="2260598" cy="51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dirty="0">
                  <a:solidFill>
                    <a:srgbClr val="000000"/>
                  </a:solidFill>
                  <a:latin typeface="Bebas Neue" pitchFamily="34" charset="0"/>
                </a:rPr>
                <a:t>PLACEHOLDER</a:t>
              </a:r>
              <a:endParaRPr lang="de-DE" altLang="de-DE" sz="1100" dirty="0"/>
            </a:p>
          </p:txBody>
        </p:sp>
        <p:sp>
          <p:nvSpPr>
            <p:cNvPr id="13" name="Rectangle 8"/>
            <p:cNvSpPr>
              <a:spLocks noChangeArrowheads="1"/>
            </p:cNvSpPr>
            <p:nvPr/>
          </p:nvSpPr>
          <p:spPr bwMode="auto">
            <a:xfrm>
              <a:off x="-2452688" y="4848225"/>
              <a:ext cx="2260598" cy="2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sz="900" dirty="0">
                  <a:solidFill>
                    <a:srgbClr val="000000"/>
                  </a:solidFill>
                  <a:latin typeface="Calibri Light" pitchFamily="34" charset="0"/>
                </a:rPr>
                <a:t>LOGO | SAMPLE CITY</a:t>
              </a:r>
              <a:endParaRPr lang="de-DE" altLang="de-DE" sz="900" dirty="0"/>
            </a:p>
          </p:txBody>
        </p:sp>
      </p:grpSp>
    </p:spTree>
    <p:extLst>
      <p:ext uri="{BB962C8B-B14F-4D97-AF65-F5344CB8AC3E}">
        <p14:creationId xmlns:p14="http://schemas.microsoft.com/office/powerpoint/2010/main" val="3251048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feld 16"/>
          <p:cNvSpPr txBox="1"/>
          <p:nvPr/>
        </p:nvSpPr>
        <p:spPr bwMode="gray">
          <a:xfrm>
            <a:off x="518186"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893271">
              <a:lnSpc>
                <a:spcPct val="80000"/>
              </a:lnSpc>
              <a:spcAft>
                <a:spcPts val="1000"/>
              </a:spcAft>
            </a:pPr>
            <a:r>
              <a:rPr lang="en-US" sz="2800" dirty="0">
                <a:solidFill>
                  <a:srgbClr val="3498DB">
                    <a:lumMod val="50000"/>
                  </a:srgbClr>
                </a:solidFill>
                <a:latin typeface="Bebas Neue" panose="020B0506020202020201" pitchFamily="34" charset="0"/>
              </a:rPr>
              <a:t>Donut Charts </a:t>
            </a:r>
          </a:p>
        </p:txBody>
      </p:sp>
      <p:sp>
        <p:nvSpPr>
          <p:cNvPr id="20" name="Textfeld 17"/>
          <p:cNvSpPr txBox="1"/>
          <p:nvPr/>
        </p:nvSpPr>
        <p:spPr bwMode="gray">
          <a:xfrm>
            <a:off x="6788130"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893271">
              <a:lnSpc>
                <a:spcPct val="80000"/>
              </a:lnSpc>
              <a:spcAft>
                <a:spcPts val="1000"/>
              </a:spcAft>
            </a:pPr>
            <a:r>
              <a:rPr lang="en-US" sz="2800" dirty="0" err="1">
                <a:solidFill>
                  <a:srgbClr val="3498DB">
                    <a:lumMod val="50000"/>
                  </a:srgbClr>
                </a:solidFill>
                <a:latin typeface="Bebas Neue" panose="020B0506020202020201" pitchFamily="34" charset="0"/>
              </a:rPr>
              <a:t>Kreisdiagramme</a:t>
            </a:r>
            <a:r>
              <a:rPr lang="en-US" sz="2800" dirty="0">
                <a:solidFill>
                  <a:srgbClr val="3498DB">
                    <a:lumMod val="50000"/>
                  </a:srgbClr>
                </a:solidFill>
                <a:latin typeface="Bebas Neue" panose="020B0506020202020201" pitchFamily="34" charset="0"/>
              </a:rPr>
              <a:t> Toolbox </a:t>
            </a:r>
          </a:p>
        </p:txBody>
      </p:sp>
      <p:pic>
        <p:nvPicPr>
          <p:cNvPr id="1026" name="Picture 2" descr="Donut Charts">
            <a:hlinkClick r:id="rId2"/>
          </p:cNvPr>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g.presentationload.com/D2610/Circle-Diagrams-Toolbox_D2610_001_16x9_xl.png">
            <a:hlinkClick r:id="rId4"/>
          </p:cNvPr>
          <p:cNvPicPr>
            <a:picLocks noGrp="1" noChangeAspect="1" noChangeArrowheads="1"/>
          </p:cNvPicPr>
          <p:nvPr>
            <p:ph type="pic" sz="quarter" idx="15"/>
          </p:nvPr>
        </p:nvPicPr>
        <p:blipFill>
          <a:blip r:embed="rId5">
            <a:extLst>
              <a:ext uri="{28A0092B-C50C-407E-A947-70E740481C1C}">
                <a14:useLocalDpi xmlns:a14="http://schemas.microsoft.com/office/drawing/2010/main" val="0"/>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de-DE" dirty="0"/>
              <a:t>EMPFOHLENE VORLAGEN</a:t>
            </a:r>
            <a:endParaRPr lang="en-US" dirty="0"/>
          </a:p>
        </p:txBody>
      </p:sp>
      <p:sp>
        <p:nvSpPr>
          <p:cNvPr id="3" name="Text Placeholder 2"/>
          <p:cNvSpPr>
            <a:spLocks noGrp="1"/>
          </p:cNvSpPr>
          <p:nvPr>
            <p:ph type="body" sz="quarter" idx="13"/>
          </p:nvPr>
        </p:nvSpPr>
        <p:spPr/>
        <p:txBody>
          <a:bodyPr/>
          <a:lstStyle/>
          <a:p>
            <a:r>
              <a:rPr lang="de-DE" dirty="0"/>
              <a:t>Entdecken Sie unser vielfältiges Angebot.</a:t>
            </a:r>
            <a:endParaRPr lang="en-US" dirty="0"/>
          </a:p>
        </p:txBody>
      </p:sp>
      <p:sp>
        <p:nvSpPr>
          <p:cNvPr id="10" name="TextBox 9"/>
          <p:cNvSpPr txBox="1"/>
          <p:nvPr/>
        </p:nvSpPr>
        <p:spPr>
          <a:xfrm>
            <a:off x="518094" y="5642272"/>
            <a:ext cx="2834271" cy="559961"/>
          </a:xfrm>
          <a:prstGeom prst="rect">
            <a:avLst/>
          </a:prstGeom>
          <a:solidFill>
            <a:schemeClr val="bg1"/>
          </a:solidFill>
        </p:spPr>
        <p:txBody>
          <a:bodyPr wrap="none" lIns="0" tIns="0" rIns="0" bIns="0" rtlCol="0">
            <a:noAutofit/>
          </a:bodyPr>
          <a:lstStyle/>
          <a:p>
            <a:pPr>
              <a:lnSpc>
                <a:spcPct val="90000"/>
              </a:lnSpc>
              <a:spcAft>
                <a:spcPts val="1333"/>
              </a:spcAft>
            </a:pPr>
            <a:r>
              <a:rPr lang="de-DE" sz="1300" dirty="0">
                <a:solidFill>
                  <a:srgbClr val="C8303F"/>
                </a:solidFill>
              </a:rPr>
              <a:t>Link kann nur im Präsentationsmodus</a:t>
            </a:r>
            <a:br>
              <a:rPr lang="de-DE" sz="1300" dirty="0">
                <a:solidFill>
                  <a:srgbClr val="C8303F"/>
                </a:solidFill>
              </a:rPr>
            </a:br>
            <a:r>
              <a:rPr lang="de-DE" sz="1300" dirty="0">
                <a:solidFill>
                  <a:srgbClr val="C8303F"/>
                </a:solidFill>
              </a:rPr>
              <a:t>angeklickt werden (</a:t>
            </a:r>
            <a:r>
              <a:rPr lang="en-US" sz="1300" dirty="0">
                <a:solidFill>
                  <a:srgbClr val="C8303F"/>
                </a:solidFill>
              </a:rPr>
              <a:t>Shift</a:t>
            </a:r>
            <a:r>
              <a:rPr lang="de-DE" sz="1300" dirty="0">
                <a:solidFill>
                  <a:srgbClr val="C8303F"/>
                </a:solidFill>
              </a:rPr>
              <a:t> + F5)</a:t>
            </a:r>
          </a:p>
          <a:p>
            <a:pPr defTabSz="1167626">
              <a:lnSpc>
                <a:spcPct val="90000"/>
              </a:lnSpc>
              <a:spcAft>
                <a:spcPts val="1333"/>
              </a:spcAft>
            </a:pPr>
            <a:endParaRPr lang="en-US" dirty="0" err="1">
              <a:solidFill>
                <a:prstClr val="black"/>
              </a:solidFill>
            </a:endParaRPr>
          </a:p>
        </p:txBody>
      </p:sp>
      <p:sp>
        <p:nvSpPr>
          <p:cNvPr id="11" name="TextBox 10"/>
          <p:cNvSpPr txBox="1"/>
          <p:nvPr/>
        </p:nvSpPr>
        <p:spPr>
          <a:xfrm>
            <a:off x="6797495" y="5647556"/>
            <a:ext cx="2834271" cy="559961"/>
          </a:xfrm>
          <a:prstGeom prst="rect">
            <a:avLst/>
          </a:prstGeom>
          <a:solidFill>
            <a:schemeClr val="bg1"/>
          </a:solidFill>
        </p:spPr>
        <p:txBody>
          <a:bodyPr wrap="none" lIns="0" tIns="0" rIns="0" bIns="0" rtlCol="0">
            <a:noAutofit/>
          </a:bodyPr>
          <a:lstStyle/>
          <a:p>
            <a:pPr>
              <a:lnSpc>
                <a:spcPct val="90000"/>
              </a:lnSpc>
              <a:spcAft>
                <a:spcPts val="1333"/>
              </a:spcAft>
            </a:pPr>
            <a:r>
              <a:rPr lang="de-DE" sz="1300" dirty="0">
                <a:solidFill>
                  <a:srgbClr val="C8303F"/>
                </a:solidFill>
              </a:rPr>
              <a:t>Link kann nur im Präsentationsmodus</a:t>
            </a:r>
            <a:br>
              <a:rPr lang="de-DE" sz="1300" dirty="0">
                <a:solidFill>
                  <a:srgbClr val="C8303F"/>
                </a:solidFill>
              </a:rPr>
            </a:br>
            <a:r>
              <a:rPr lang="de-DE" sz="1300" dirty="0">
                <a:solidFill>
                  <a:srgbClr val="C8303F"/>
                </a:solidFill>
              </a:rPr>
              <a:t>angeklickt werden (</a:t>
            </a:r>
            <a:r>
              <a:rPr lang="en-US" sz="1300" dirty="0">
                <a:solidFill>
                  <a:srgbClr val="C8303F"/>
                </a:solidFill>
              </a:rPr>
              <a:t>Shift</a:t>
            </a:r>
            <a:r>
              <a:rPr lang="de-DE" sz="1300" dirty="0">
                <a:solidFill>
                  <a:srgbClr val="C8303F"/>
                </a:solidFill>
              </a:rPr>
              <a:t> + F5)</a:t>
            </a:r>
          </a:p>
          <a:p>
            <a:pPr defTabSz="1167626">
              <a:lnSpc>
                <a:spcPct val="90000"/>
              </a:lnSpc>
              <a:spcAft>
                <a:spcPts val="1333"/>
              </a:spcAft>
            </a:pPr>
            <a:endParaRPr lang="en-US" dirty="0" err="1">
              <a:solidFill>
                <a:prstClr val="black"/>
              </a:solidFill>
            </a:endParaRPr>
          </a:p>
        </p:txBody>
      </p:sp>
      <p:sp>
        <p:nvSpPr>
          <p:cNvPr id="12" name="Textfeld 11">
            <a:hlinkClick r:id="rId6"/>
          </p:cNvPr>
          <p:cNvSpPr txBox="1"/>
          <p:nvPr/>
        </p:nvSpPr>
        <p:spPr bwMode="gray">
          <a:xfrm>
            <a:off x="518457"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1167046">
              <a:lnSpc>
                <a:spcPct val="90000"/>
              </a:lnSpc>
              <a:spcAft>
                <a:spcPts val="1333"/>
              </a:spcAft>
            </a:pPr>
            <a:r>
              <a:rPr lang="de-DE" sz="1600" dirty="0">
                <a:solidFill>
                  <a:prstClr val="black">
                    <a:lumMod val="65000"/>
                    <a:lumOff val="35000"/>
                  </a:prstClr>
                </a:solidFill>
                <a:hlinkClick r:id="rId2"/>
              </a:rPr>
              <a:t>Für mehr Informationen zum Set, klicken Sie bitte hier!</a:t>
            </a:r>
            <a:endParaRPr lang="de-DE" sz="1600" dirty="0">
              <a:solidFill>
                <a:prstClr val="black">
                  <a:lumMod val="65000"/>
                  <a:lumOff val="35000"/>
                </a:prstClr>
              </a:solidFill>
            </a:endParaRPr>
          </a:p>
        </p:txBody>
      </p:sp>
      <p:sp>
        <p:nvSpPr>
          <p:cNvPr id="13" name="Textfeld 13">
            <a:hlinkClick r:id="rId7"/>
          </p:cNvPr>
          <p:cNvSpPr txBox="1"/>
          <p:nvPr/>
        </p:nvSpPr>
        <p:spPr bwMode="gray">
          <a:xfrm>
            <a:off x="6788399"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1167046">
              <a:lnSpc>
                <a:spcPct val="90000"/>
              </a:lnSpc>
              <a:spcAft>
                <a:spcPts val="1333"/>
              </a:spcAft>
            </a:pPr>
            <a:r>
              <a:rPr lang="de-DE" sz="1600" dirty="0">
                <a:solidFill>
                  <a:prstClr val="black">
                    <a:lumMod val="65000"/>
                    <a:lumOff val="35000"/>
                  </a:prstClr>
                </a:solidFill>
                <a:hlinkClick r:id="rId4"/>
              </a:rPr>
              <a:t>Für mehr Informationen zum Set, klicken Sie bitte hier!</a:t>
            </a:r>
            <a:endParaRPr lang="de-DE" sz="1600" dirty="0">
              <a:solidFill>
                <a:prstClr val="black">
                  <a:lumMod val="65000"/>
                  <a:lumOff val="35000"/>
                </a:prstClr>
              </a:solidFill>
            </a:endParaRPr>
          </a:p>
        </p:txBody>
      </p:sp>
    </p:spTree>
    <p:extLst>
      <p:ext uri="{BB962C8B-B14F-4D97-AF65-F5344CB8AC3E}">
        <p14:creationId xmlns:p14="http://schemas.microsoft.com/office/powerpoint/2010/main" val="280908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gray"/>
        <p:txBody>
          <a:bodyPr/>
          <a:lstStyle/>
          <a:p>
            <a:r>
              <a:rPr lang="en-US" dirty="0" smtClean="0"/>
              <a:t>Free PowerPoint</a:t>
            </a:r>
            <a:br>
              <a:rPr lang="en-US" dirty="0" smtClean="0"/>
            </a:br>
            <a:r>
              <a:rPr lang="en-US" dirty="0" smtClean="0"/>
              <a:t>Template</a:t>
            </a:r>
            <a:endParaRPr lang="en-US" dirty="0"/>
          </a:p>
        </p:txBody>
      </p:sp>
      <p:sp>
        <p:nvSpPr>
          <p:cNvPr id="4" name="Textplatzhalter 3"/>
          <p:cNvSpPr>
            <a:spLocks noGrp="1"/>
          </p:cNvSpPr>
          <p:nvPr>
            <p:ph type="body" idx="1"/>
          </p:nvPr>
        </p:nvSpPr>
        <p:spPr bwMode="gray"/>
        <p:txBody>
          <a:bodyPr/>
          <a:lstStyle/>
          <a:p>
            <a:r>
              <a:rPr lang="en-US" dirty="0"/>
              <a:t>PRESENTATIONLOAD</a:t>
            </a:r>
          </a:p>
        </p:txBody>
      </p:sp>
      <p:pic>
        <p:nvPicPr>
          <p:cNvPr id="5" name="Picture 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9036547" y="6120310"/>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419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blackGray"/>
        <p:txBody>
          <a:bodyPr/>
          <a:lstStyle/>
          <a:p>
            <a:r>
              <a:rPr lang="en-US" dirty="0" smtClean="0"/>
              <a:t>TEXT 1 BOX</a:t>
            </a:r>
            <a:endParaRPr lang="en-US" dirty="0"/>
          </a:p>
        </p:txBody>
      </p:sp>
      <p:sp>
        <p:nvSpPr>
          <p:cNvPr id="4" name="Textplatzhalter 3"/>
          <p:cNvSpPr>
            <a:spLocks noGrp="1"/>
          </p:cNvSpPr>
          <p:nvPr>
            <p:ph type="body" sz="quarter" idx="13"/>
          </p:nvPr>
        </p:nvSpPr>
        <p:spPr bwMode="blackGray"/>
        <p:txBody>
          <a:bodyPr/>
          <a:lstStyle/>
          <a:p>
            <a:r>
              <a:rPr lang="en-US" noProof="1" smtClean="0"/>
              <a:t>Enter your subheadline here</a:t>
            </a:r>
          </a:p>
        </p:txBody>
      </p:sp>
      <p:sp>
        <p:nvSpPr>
          <p:cNvPr id="8" name="Fußzeilenplatzhalter 7"/>
          <p:cNvSpPr>
            <a:spLocks noGrp="1"/>
          </p:cNvSpPr>
          <p:nvPr>
            <p:ph type="ftr" sz="quarter" idx="3"/>
          </p:nvPr>
        </p:nvSpPr>
        <p:spPr bwMode="blackGray"/>
        <p:txBody>
          <a:bodyPr/>
          <a:lstStyle/>
          <a:p>
            <a:r>
              <a:rPr lang="en-US" dirty="0" smtClean="0"/>
              <a:t>Enter your footer text here</a:t>
            </a:r>
            <a:endParaRPr lang="en-US" dirty="0"/>
          </a:p>
        </p:txBody>
      </p:sp>
      <p:sp>
        <p:nvSpPr>
          <p:cNvPr id="9" name="Foliennummernplatzhalter 8"/>
          <p:cNvSpPr>
            <a:spLocks noGrp="1"/>
          </p:cNvSpPr>
          <p:nvPr>
            <p:ph type="sldNum" sz="quarter" idx="4"/>
          </p:nvPr>
        </p:nvSpPr>
        <p:spPr bwMode="blackGray"/>
        <p:txBody>
          <a:bodyPr/>
          <a:lstStyle/>
          <a:p>
            <a:fld id="{75A4F164-3A46-4CEE-A25C-CA523D5E42F3}" type="slidenum">
              <a:rPr lang="en-US" smtClean="0"/>
              <a:t>7</a:t>
            </a:fld>
            <a:endParaRPr lang="en-US" dirty="0"/>
          </a:p>
        </p:txBody>
      </p:sp>
      <p:sp>
        <p:nvSpPr>
          <p:cNvPr id="3" name="Inhaltsplatzhalter 2" descr="&#10;&#10;&#10;&#10;&#10;&#10;&#10;&#10;&#10;&#10;&#10;&#10;&#10;&#10;&#10;&#10;&#10;&#10;&#10;&#10;&#10;&#10;&#10;&#10;&#10;&#10;&#10;&#10;&#10;&#10;&#10;&#10;&#10;PresentationLoad.com"/>
          <p:cNvSpPr>
            <a:spLocks noGrp="1"/>
          </p:cNvSpPr>
          <p:nvPr>
            <p:ph idx="1"/>
          </p:nvPr>
        </p:nvSpPr>
        <p:spPr bwMode="blackGray"/>
        <p:txBody>
          <a:bodyPr>
            <a:noAutofit/>
          </a:bodyPr>
          <a:lstStyle/>
          <a:p>
            <a:r>
              <a:rPr lang="en-US" dirty="0"/>
              <a:t>This is a placeholder text. This text can be replaced with your own text.</a:t>
            </a:r>
          </a:p>
          <a:p>
            <a:r>
              <a:rPr lang="en-US" dirty="0"/>
              <a:t>The text demonstrates how your own text will look when you replace the placeholder </a:t>
            </a:r>
            <a:r>
              <a:rPr lang="en-US" dirty="0" smtClean="0"/>
              <a:t/>
            </a:r>
            <a:br>
              <a:rPr lang="en-US" dirty="0" smtClean="0"/>
            </a:br>
            <a:r>
              <a:rPr lang="en-US" dirty="0" smtClean="0"/>
              <a:t>with </a:t>
            </a:r>
            <a:r>
              <a:rPr lang="en-US" dirty="0"/>
              <a:t>your own text. If you don’t want to use the style and size of the fonts as used in this placeholder it’s possible to replace it by selecting different options.</a:t>
            </a:r>
          </a:p>
          <a:p>
            <a:r>
              <a:rPr lang="en-US" dirty="0"/>
              <a:t>The text demonstrates how your own text will look when you replace the </a:t>
            </a:r>
            <a:r>
              <a:rPr lang="en-US" dirty="0" smtClean="0"/>
              <a:t/>
            </a:r>
            <a:br>
              <a:rPr lang="en-US" dirty="0" smtClean="0"/>
            </a:br>
            <a:r>
              <a:rPr lang="en-US" dirty="0" smtClean="0"/>
              <a:t>placeholder with </a:t>
            </a:r>
            <a:r>
              <a:rPr lang="en-US" dirty="0"/>
              <a:t>your own text.</a:t>
            </a:r>
          </a:p>
          <a:p>
            <a:endParaRPr lang="en-US" dirty="0"/>
          </a:p>
        </p:txBody>
      </p:sp>
      <p:grpSp>
        <p:nvGrpSpPr>
          <p:cNvPr id="7" name="Gruppieren 6"/>
          <p:cNvGrpSpPr/>
          <p:nvPr/>
        </p:nvGrpSpPr>
        <p:grpSpPr>
          <a:xfrm>
            <a:off x="10358702" y="6025557"/>
            <a:ext cx="1290899" cy="610095"/>
            <a:chOff x="-2452688" y="4248150"/>
            <a:chExt cx="2260600" cy="1068388"/>
          </a:xfrm>
        </p:grpSpPr>
        <p:sp>
          <p:nvSpPr>
            <p:cNvPr id="10" name="Rectangle 6"/>
            <p:cNvSpPr>
              <a:spLocks noChangeArrowheads="1"/>
            </p:cNvSpPr>
            <p:nvPr/>
          </p:nvSpPr>
          <p:spPr bwMode="auto">
            <a:xfrm>
              <a:off x="-2452688" y="4248150"/>
              <a:ext cx="2260600" cy="1068388"/>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100"/>
            </a:p>
          </p:txBody>
        </p:sp>
        <p:sp>
          <p:nvSpPr>
            <p:cNvPr id="11" name="Rectangle 7"/>
            <p:cNvSpPr>
              <a:spLocks noChangeArrowheads="1"/>
            </p:cNvSpPr>
            <p:nvPr/>
          </p:nvSpPr>
          <p:spPr bwMode="auto">
            <a:xfrm>
              <a:off x="-2452688" y="4412985"/>
              <a:ext cx="2260598" cy="51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dirty="0">
                  <a:solidFill>
                    <a:srgbClr val="000000"/>
                  </a:solidFill>
                  <a:latin typeface="Bebas Neue" pitchFamily="34" charset="0"/>
                </a:rPr>
                <a:t>PLACEHOLDER</a:t>
              </a:r>
              <a:endParaRPr lang="de-DE" altLang="de-DE" sz="1100" dirty="0"/>
            </a:p>
          </p:txBody>
        </p:sp>
        <p:sp>
          <p:nvSpPr>
            <p:cNvPr id="12" name="Rectangle 8"/>
            <p:cNvSpPr>
              <a:spLocks noChangeArrowheads="1"/>
            </p:cNvSpPr>
            <p:nvPr/>
          </p:nvSpPr>
          <p:spPr bwMode="auto">
            <a:xfrm>
              <a:off x="-2452688" y="4848225"/>
              <a:ext cx="2260598" cy="2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sz="900" dirty="0">
                  <a:solidFill>
                    <a:srgbClr val="000000"/>
                  </a:solidFill>
                  <a:latin typeface="Calibri Light" pitchFamily="34" charset="0"/>
                </a:rPr>
                <a:t>LOGO | SAMPLE CITY</a:t>
              </a:r>
              <a:endParaRPr lang="de-DE" altLang="de-DE" sz="900" dirty="0"/>
            </a:p>
          </p:txBody>
        </p:sp>
      </p:grpSp>
    </p:spTree>
    <p:extLst>
      <p:ext uri="{BB962C8B-B14F-4D97-AF65-F5344CB8AC3E}">
        <p14:creationId xmlns:p14="http://schemas.microsoft.com/office/powerpoint/2010/main" val="1595304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FREE POWERPOINT</a:t>
            </a:r>
            <a:br>
              <a:rPr lang="en-US" dirty="0"/>
            </a:br>
            <a:r>
              <a:rPr lang="en-US" dirty="0" smtClean="0"/>
              <a:t>TEMPLATE</a:t>
            </a:r>
            <a:endParaRPr lang="en-US" dirty="0"/>
          </a:p>
        </p:txBody>
      </p:sp>
      <p:sp>
        <p:nvSpPr>
          <p:cNvPr id="3" name="Textplatzhalter 2"/>
          <p:cNvSpPr>
            <a:spLocks noGrp="1"/>
          </p:cNvSpPr>
          <p:nvPr>
            <p:ph type="body" idx="1"/>
          </p:nvPr>
        </p:nvSpPr>
        <p:spPr/>
        <p:txBody>
          <a:bodyPr/>
          <a:lstStyle/>
          <a:p>
            <a:pPr lvl="0"/>
            <a:r>
              <a:rPr lang="en-US" dirty="0" smtClean="0"/>
              <a:t>PRESENTATIONLOAD</a:t>
            </a:r>
          </a:p>
          <a:p>
            <a:endParaRPr lang="en-US" dirty="0"/>
          </a:p>
        </p:txBody>
      </p:sp>
      <p:pic>
        <p:nvPicPr>
          <p:cNvPr id="4" name="Picture 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9036547" y="6120310"/>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64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blackGray"/>
        <p:txBody>
          <a:bodyPr/>
          <a:lstStyle/>
          <a:p>
            <a:r>
              <a:rPr lang="en-US" dirty="0" smtClean="0"/>
              <a:t>TEXT 2 BOXES</a:t>
            </a:r>
            <a:endParaRPr lang="en-US" dirty="0"/>
          </a:p>
        </p:txBody>
      </p:sp>
      <p:sp>
        <p:nvSpPr>
          <p:cNvPr id="4" name="Textplatzhalter 3"/>
          <p:cNvSpPr>
            <a:spLocks noGrp="1"/>
          </p:cNvSpPr>
          <p:nvPr>
            <p:ph type="body" sz="quarter" idx="13"/>
          </p:nvPr>
        </p:nvSpPr>
        <p:spPr bwMode="blackGray"/>
        <p:txBody>
          <a:bodyPr/>
          <a:lstStyle/>
          <a:p>
            <a:r>
              <a:rPr lang="en-US" noProof="1" smtClean="0"/>
              <a:t>Enter your subheadline here</a:t>
            </a:r>
          </a:p>
        </p:txBody>
      </p:sp>
      <p:sp>
        <p:nvSpPr>
          <p:cNvPr id="5" name="Inhaltsplatzhalter 4"/>
          <p:cNvSpPr>
            <a:spLocks noGrp="1"/>
          </p:cNvSpPr>
          <p:nvPr>
            <p:ph idx="15"/>
          </p:nvPr>
        </p:nvSpPr>
        <p:spPr bwMode="blackGray"/>
        <p:txBody>
          <a:bodyPr/>
          <a:lstStyle/>
          <a:p>
            <a:pPr marL="0" indent="0">
              <a:buNone/>
            </a:pPr>
            <a:r>
              <a:rPr lang="en-US" b="1" dirty="0">
                <a:latin typeface="+mj-lt"/>
              </a:rPr>
              <a:t>THIS IS A PLACEHOLDER TEXT. </a:t>
            </a:r>
          </a:p>
          <a:p>
            <a:r>
              <a:rPr lang="en-US" dirty="0"/>
              <a:t>If you don’t want to use the style and size of the fonts as used in this placeholder it’s possible to replace it by selecting different options.</a:t>
            </a:r>
          </a:p>
          <a:p>
            <a:r>
              <a:rPr lang="en-US" dirty="0" smtClean="0"/>
              <a:t>This </a:t>
            </a:r>
            <a:r>
              <a:rPr lang="en-US" dirty="0"/>
              <a:t>is a placeholder text. This text can be replaced with your own text. The text demonstrates how </a:t>
            </a:r>
            <a:r>
              <a:rPr lang="en-US" dirty="0" smtClean="0"/>
              <a:t>your </a:t>
            </a:r>
            <a:r>
              <a:rPr lang="en-US" dirty="0"/>
              <a:t>own text will look when you replace the placeholder with your own text.</a:t>
            </a:r>
          </a:p>
          <a:p>
            <a:endParaRPr lang="en-US" dirty="0"/>
          </a:p>
        </p:txBody>
      </p:sp>
      <p:sp>
        <p:nvSpPr>
          <p:cNvPr id="3" name="Inhaltsplatzhalter 2" descr="&#10;&#10;&#10;&#10;&#10;&#10;&#10;&#10;&#10;&#10;&#10;&#10;&#10;&#10;&#10;&#10;&#10;&#10;&#10;&#10;&#10;&#10;&#10;&#10;&#10;&#10;&#10;&#10;&#10;&#10;&#10;&#10;&#10;PresentationLoad.com"/>
          <p:cNvSpPr>
            <a:spLocks noGrp="1"/>
          </p:cNvSpPr>
          <p:nvPr>
            <p:ph idx="16"/>
          </p:nvPr>
        </p:nvSpPr>
        <p:spPr bwMode="blackGray"/>
        <p:txBody>
          <a:bodyPr>
            <a:noAutofit/>
          </a:bodyPr>
          <a:lstStyle/>
          <a:p>
            <a:pPr marL="0" indent="0">
              <a:buNone/>
            </a:pPr>
            <a:r>
              <a:rPr lang="en-US" b="1" dirty="0" smtClean="0">
                <a:latin typeface="+mj-lt"/>
              </a:rPr>
              <a:t>THIS IS A PLACEHOLDER TEXT. </a:t>
            </a:r>
          </a:p>
          <a:p>
            <a:r>
              <a:rPr lang="en-US" dirty="0" smtClean="0"/>
              <a:t>This </a:t>
            </a:r>
            <a:r>
              <a:rPr lang="en-US" dirty="0"/>
              <a:t>is a placeholder text. This </a:t>
            </a:r>
            <a:r>
              <a:rPr lang="en-US" dirty="0" smtClean="0"/>
              <a:t>text can be replaced with your own text. The text demonstrates how your own text will look when you replace the placeholder with your own text.</a:t>
            </a:r>
          </a:p>
          <a:p>
            <a:r>
              <a:rPr lang="en-US" dirty="0" smtClean="0"/>
              <a:t>If you don’t want to use the style and size of the fonts as used in this placeholder it’s possible to replace it by selecting different options.</a:t>
            </a:r>
          </a:p>
        </p:txBody>
      </p:sp>
      <p:sp>
        <p:nvSpPr>
          <p:cNvPr id="8" name="Fußzeilenplatzhalter 7"/>
          <p:cNvSpPr>
            <a:spLocks noGrp="1"/>
          </p:cNvSpPr>
          <p:nvPr>
            <p:ph type="ftr" sz="quarter" idx="3"/>
          </p:nvPr>
        </p:nvSpPr>
        <p:spPr bwMode="blackGray"/>
        <p:txBody>
          <a:bodyPr/>
          <a:lstStyle/>
          <a:p>
            <a:r>
              <a:rPr lang="en-US" dirty="0" smtClean="0"/>
              <a:t>Enter your footer text here</a:t>
            </a:r>
            <a:endParaRPr lang="en-US" dirty="0"/>
          </a:p>
        </p:txBody>
      </p:sp>
      <p:sp>
        <p:nvSpPr>
          <p:cNvPr id="9" name="Foliennummernplatzhalter 8"/>
          <p:cNvSpPr>
            <a:spLocks noGrp="1"/>
          </p:cNvSpPr>
          <p:nvPr>
            <p:ph type="sldNum" sz="quarter" idx="4"/>
          </p:nvPr>
        </p:nvSpPr>
        <p:spPr bwMode="blackGray"/>
        <p:txBody>
          <a:bodyPr/>
          <a:lstStyle/>
          <a:p>
            <a:fld id="{75A4F164-3A46-4CEE-A25C-CA523D5E42F3}" type="slidenum">
              <a:rPr lang="en-US" smtClean="0"/>
              <a:t>9</a:t>
            </a:fld>
            <a:endParaRPr lang="en-US" dirty="0"/>
          </a:p>
        </p:txBody>
      </p:sp>
      <p:grpSp>
        <p:nvGrpSpPr>
          <p:cNvPr id="10" name="Gruppieren 9"/>
          <p:cNvGrpSpPr/>
          <p:nvPr/>
        </p:nvGrpSpPr>
        <p:grpSpPr>
          <a:xfrm>
            <a:off x="10358702" y="6025557"/>
            <a:ext cx="1290899" cy="610095"/>
            <a:chOff x="-2452688" y="4248150"/>
            <a:chExt cx="2260600" cy="1068388"/>
          </a:xfrm>
        </p:grpSpPr>
        <p:sp>
          <p:nvSpPr>
            <p:cNvPr id="11" name="Rectangle 6"/>
            <p:cNvSpPr>
              <a:spLocks noChangeArrowheads="1"/>
            </p:cNvSpPr>
            <p:nvPr/>
          </p:nvSpPr>
          <p:spPr bwMode="auto">
            <a:xfrm>
              <a:off x="-2452688" y="4248150"/>
              <a:ext cx="2260600" cy="1068388"/>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100"/>
            </a:p>
          </p:txBody>
        </p:sp>
        <p:sp>
          <p:nvSpPr>
            <p:cNvPr id="12" name="Rectangle 7"/>
            <p:cNvSpPr>
              <a:spLocks noChangeArrowheads="1"/>
            </p:cNvSpPr>
            <p:nvPr/>
          </p:nvSpPr>
          <p:spPr bwMode="auto">
            <a:xfrm>
              <a:off x="-2452688" y="4412985"/>
              <a:ext cx="2260598" cy="51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dirty="0">
                  <a:solidFill>
                    <a:srgbClr val="000000"/>
                  </a:solidFill>
                  <a:latin typeface="Bebas Neue" pitchFamily="34" charset="0"/>
                </a:rPr>
                <a:t>PLACEHOLDER</a:t>
              </a:r>
              <a:endParaRPr lang="de-DE" altLang="de-DE" sz="1100" dirty="0"/>
            </a:p>
          </p:txBody>
        </p:sp>
        <p:sp>
          <p:nvSpPr>
            <p:cNvPr id="13" name="Rectangle 8"/>
            <p:cNvSpPr>
              <a:spLocks noChangeArrowheads="1"/>
            </p:cNvSpPr>
            <p:nvPr/>
          </p:nvSpPr>
          <p:spPr bwMode="auto">
            <a:xfrm>
              <a:off x="-2452688" y="4848225"/>
              <a:ext cx="2260598" cy="2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sz="900" dirty="0">
                  <a:solidFill>
                    <a:srgbClr val="000000"/>
                  </a:solidFill>
                  <a:latin typeface="Calibri Light" pitchFamily="34" charset="0"/>
                </a:rPr>
                <a:t>LOGO | SAMPLE CITY</a:t>
              </a:r>
              <a:endParaRPr lang="de-DE" altLang="de-DE" sz="900" dirty="0"/>
            </a:p>
          </p:txBody>
        </p:sp>
      </p:grpSp>
    </p:spTree>
    <p:extLst>
      <p:ext uri="{BB962C8B-B14F-4D97-AF65-F5344CB8AC3E}">
        <p14:creationId xmlns:p14="http://schemas.microsoft.com/office/powerpoint/2010/main" val="326446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feld 16"/>
          <p:cNvSpPr txBox="1"/>
          <p:nvPr/>
        </p:nvSpPr>
        <p:spPr bwMode="gray">
          <a:xfrm>
            <a:off x="518033"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03582">
              <a:lnSpc>
                <a:spcPct val="80000"/>
              </a:lnSpc>
              <a:spcAft>
                <a:spcPts val="1000"/>
              </a:spcAft>
            </a:pPr>
            <a:r>
              <a:rPr lang="en-US" sz="2800" dirty="0" err="1">
                <a:solidFill>
                  <a:srgbClr val="3498DB">
                    <a:lumMod val="50000"/>
                  </a:srgbClr>
                </a:solidFill>
                <a:latin typeface="Bebas Neue" panose="020B0506020202020201" pitchFamily="34" charset="0"/>
              </a:rPr>
              <a:t>Datengestützte</a:t>
            </a:r>
            <a:r>
              <a:rPr lang="en-US" sz="2800" dirty="0">
                <a:solidFill>
                  <a:srgbClr val="3498DB">
                    <a:lumMod val="50000"/>
                  </a:srgbClr>
                </a:solidFill>
                <a:latin typeface="Bebas Neue" panose="020B0506020202020201" pitchFamily="34" charset="0"/>
              </a:rPr>
              <a:t> </a:t>
            </a:r>
            <a:r>
              <a:rPr lang="en-US" sz="2800" dirty="0" err="1">
                <a:solidFill>
                  <a:srgbClr val="3498DB">
                    <a:lumMod val="50000"/>
                  </a:srgbClr>
                </a:solidFill>
                <a:latin typeface="Bebas Neue" panose="020B0506020202020201" pitchFamily="34" charset="0"/>
              </a:rPr>
              <a:t>Tabellen</a:t>
            </a:r>
            <a:endParaRPr lang="en-US" sz="2800" dirty="0">
              <a:solidFill>
                <a:srgbClr val="3498DB">
                  <a:lumMod val="50000"/>
                </a:srgbClr>
              </a:solidFill>
              <a:latin typeface="Bebas Neue" panose="020B0506020202020201" pitchFamily="34" charset="0"/>
            </a:endParaRPr>
          </a:p>
        </p:txBody>
      </p:sp>
      <p:sp>
        <p:nvSpPr>
          <p:cNvPr id="20" name="Textfeld 17"/>
          <p:cNvSpPr txBox="1"/>
          <p:nvPr/>
        </p:nvSpPr>
        <p:spPr bwMode="gray">
          <a:xfrm>
            <a:off x="6787977"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03582">
              <a:lnSpc>
                <a:spcPct val="80000"/>
              </a:lnSpc>
              <a:spcAft>
                <a:spcPts val="1000"/>
              </a:spcAft>
            </a:pPr>
            <a:r>
              <a:rPr lang="en-US" sz="2800" dirty="0" err="1">
                <a:solidFill>
                  <a:srgbClr val="3498DB">
                    <a:lumMod val="50000"/>
                  </a:srgbClr>
                </a:solidFill>
                <a:latin typeface="Bebas Neue" panose="020B0506020202020201" pitchFamily="34" charset="0"/>
              </a:rPr>
              <a:t>Wasserfall</a:t>
            </a:r>
            <a:r>
              <a:rPr lang="en-US" sz="2800" dirty="0">
                <a:solidFill>
                  <a:srgbClr val="3498DB">
                    <a:lumMod val="50000"/>
                  </a:srgbClr>
                </a:solidFill>
                <a:latin typeface="Bebas Neue" panose="020B0506020202020201" pitchFamily="34" charset="0"/>
              </a:rPr>
              <a:t> </a:t>
            </a:r>
            <a:r>
              <a:rPr lang="en-US" sz="2800" dirty="0" err="1">
                <a:solidFill>
                  <a:srgbClr val="3498DB">
                    <a:lumMod val="50000"/>
                  </a:srgbClr>
                </a:solidFill>
                <a:latin typeface="Bebas Neue" panose="020B0506020202020201" pitchFamily="34" charset="0"/>
              </a:rPr>
              <a:t>Diagramme</a:t>
            </a:r>
            <a:r>
              <a:rPr lang="en-US" sz="2800" dirty="0">
                <a:solidFill>
                  <a:srgbClr val="3498DB">
                    <a:lumMod val="50000"/>
                  </a:srgbClr>
                </a:solidFill>
                <a:latin typeface="Bebas Neue" panose="020B0506020202020201" pitchFamily="34" charset="0"/>
              </a:rPr>
              <a:t> </a:t>
            </a:r>
          </a:p>
        </p:txBody>
      </p:sp>
      <p:pic>
        <p:nvPicPr>
          <p:cNvPr id="6146" name="Picture 2">
            <a:hlinkClick r:id="rId2"/>
          </p:cNvPr>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rcRect/>
          <a:stretch>
            <a:fillRect/>
          </a:stretch>
        </p:blipFill>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descr="https://img.presentationload.com/D0041/Waterfall-Diagrams_D0041_008_16x9_xl.png">
            <a:hlinkClick r:id="rId4"/>
          </p:cNvPr>
          <p:cNvPicPr>
            <a:picLocks noGrp="1" noChangeAspect="1" noChangeArrowheads="1"/>
          </p:cNvPicPr>
          <p:nvPr>
            <p:ph type="pic" sz="quarter" idx="15"/>
          </p:nvPr>
        </p:nvPicPr>
        <p:blipFill>
          <a:blip r:embed="rId5">
            <a:extLst>
              <a:ext uri="{28A0092B-C50C-407E-A947-70E740481C1C}">
                <a14:useLocalDpi xmlns:a14="http://schemas.microsoft.com/office/drawing/2010/main" val="0"/>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de-DE" dirty="0"/>
              <a:t>EMPFOHLENE VORLAGEN</a:t>
            </a:r>
            <a:endParaRPr lang="en-US" dirty="0"/>
          </a:p>
        </p:txBody>
      </p:sp>
      <p:sp>
        <p:nvSpPr>
          <p:cNvPr id="3" name="Text Placeholder 2"/>
          <p:cNvSpPr>
            <a:spLocks noGrp="1"/>
          </p:cNvSpPr>
          <p:nvPr>
            <p:ph type="body" sz="quarter" idx="13"/>
          </p:nvPr>
        </p:nvSpPr>
        <p:spPr/>
        <p:txBody>
          <a:bodyPr>
            <a:normAutofit/>
          </a:bodyPr>
          <a:lstStyle/>
          <a:p>
            <a:r>
              <a:rPr lang="de-DE" dirty="0"/>
              <a:t>Entdecken Sie unser vielfältiges Angebot.</a:t>
            </a:r>
            <a:endParaRPr lang="en-US" dirty="0"/>
          </a:p>
        </p:txBody>
      </p:sp>
      <p:sp>
        <p:nvSpPr>
          <p:cNvPr id="10" name="TextBox 9"/>
          <p:cNvSpPr txBox="1"/>
          <p:nvPr/>
        </p:nvSpPr>
        <p:spPr>
          <a:xfrm>
            <a:off x="518094" y="5642270"/>
            <a:ext cx="2834271" cy="559961"/>
          </a:xfrm>
          <a:prstGeom prst="rect">
            <a:avLst/>
          </a:prstGeom>
          <a:solidFill>
            <a:schemeClr val="bg1"/>
          </a:solidFill>
        </p:spPr>
        <p:txBody>
          <a:bodyPr wrap="none" lIns="0" tIns="0" rIns="0" bIns="0" rtlCol="0">
            <a:noAutofit/>
          </a:bodyPr>
          <a:lstStyle/>
          <a:p>
            <a:pPr defTabSz="1218713">
              <a:lnSpc>
                <a:spcPct val="90000"/>
              </a:lnSpc>
              <a:spcAft>
                <a:spcPts val="1333"/>
              </a:spcAft>
            </a:pPr>
            <a:r>
              <a:rPr lang="de-DE" sz="1300" dirty="0">
                <a:solidFill>
                  <a:srgbClr val="C8303F"/>
                </a:solidFill>
              </a:rPr>
              <a:t>Link kann nur im Präsentationsmodus</a:t>
            </a:r>
            <a:br>
              <a:rPr lang="de-DE" sz="1300" dirty="0">
                <a:solidFill>
                  <a:srgbClr val="C8303F"/>
                </a:solidFill>
              </a:rPr>
            </a:br>
            <a:r>
              <a:rPr lang="de-DE" sz="1300" dirty="0">
                <a:solidFill>
                  <a:srgbClr val="C8303F"/>
                </a:solidFill>
              </a:rPr>
              <a:t>angeklickt werden (</a:t>
            </a:r>
            <a:r>
              <a:rPr lang="en-US" sz="1300" dirty="0">
                <a:solidFill>
                  <a:srgbClr val="C8303F"/>
                </a:solidFill>
              </a:rPr>
              <a:t>Shift</a:t>
            </a:r>
            <a:r>
              <a:rPr lang="de-DE" sz="1300" dirty="0">
                <a:solidFill>
                  <a:srgbClr val="C8303F"/>
                </a:solidFill>
              </a:rPr>
              <a:t> + F5)</a:t>
            </a:r>
          </a:p>
          <a:p>
            <a:pPr defTabSz="1167742">
              <a:lnSpc>
                <a:spcPct val="90000"/>
              </a:lnSpc>
              <a:spcAft>
                <a:spcPts val="1333"/>
              </a:spcAft>
            </a:pPr>
            <a:endParaRPr lang="en-US" dirty="0" err="1">
              <a:solidFill>
                <a:prstClr val="black"/>
              </a:solidFill>
            </a:endParaRPr>
          </a:p>
        </p:txBody>
      </p:sp>
      <p:sp>
        <p:nvSpPr>
          <p:cNvPr id="11" name="TextBox 10"/>
          <p:cNvSpPr txBox="1"/>
          <p:nvPr/>
        </p:nvSpPr>
        <p:spPr>
          <a:xfrm>
            <a:off x="6797495" y="5647554"/>
            <a:ext cx="2834271" cy="559961"/>
          </a:xfrm>
          <a:prstGeom prst="rect">
            <a:avLst/>
          </a:prstGeom>
          <a:solidFill>
            <a:schemeClr val="bg1"/>
          </a:solidFill>
        </p:spPr>
        <p:txBody>
          <a:bodyPr wrap="none" lIns="0" tIns="0" rIns="0" bIns="0" rtlCol="0">
            <a:noAutofit/>
          </a:bodyPr>
          <a:lstStyle/>
          <a:p>
            <a:pPr defTabSz="1218713">
              <a:lnSpc>
                <a:spcPct val="90000"/>
              </a:lnSpc>
              <a:spcAft>
                <a:spcPts val="1333"/>
              </a:spcAft>
            </a:pPr>
            <a:r>
              <a:rPr lang="de-DE" sz="1300" dirty="0">
                <a:solidFill>
                  <a:srgbClr val="C8303F"/>
                </a:solidFill>
              </a:rPr>
              <a:t>Link kann nur im Präsentationsmodus</a:t>
            </a:r>
            <a:br>
              <a:rPr lang="de-DE" sz="1300" dirty="0">
                <a:solidFill>
                  <a:srgbClr val="C8303F"/>
                </a:solidFill>
              </a:rPr>
            </a:br>
            <a:r>
              <a:rPr lang="de-DE" sz="1300" dirty="0">
                <a:solidFill>
                  <a:srgbClr val="C8303F"/>
                </a:solidFill>
              </a:rPr>
              <a:t>angeklickt werden (</a:t>
            </a:r>
            <a:r>
              <a:rPr lang="en-US" sz="1300" dirty="0">
                <a:solidFill>
                  <a:srgbClr val="C8303F"/>
                </a:solidFill>
              </a:rPr>
              <a:t>Shift</a:t>
            </a:r>
            <a:r>
              <a:rPr lang="de-DE" sz="1300" dirty="0">
                <a:solidFill>
                  <a:srgbClr val="C8303F"/>
                </a:solidFill>
              </a:rPr>
              <a:t> + F5)</a:t>
            </a:r>
          </a:p>
          <a:p>
            <a:pPr defTabSz="1167742">
              <a:lnSpc>
                <a:spcPct val="90000"/>
              </a:lnSpc>
              <a:spcAft>
                <a:spcPts val="1333"/>
              </a:spcAft>
            </a:pPr>
            <a:endParaRPr lang="en-US" dirty="0" err="1">
              <a:solidFill>
                <a:prstClr val="black"/>
              </a:solidFill>
            </a:endParaRPr>
          </a:p>
        </p:txBody>
      </p:sp>
      <p:sp>
        <p:nvSpPr>
          <p:cNvPr id="12" name="Textfeld 11">
            <a:hlinkClick r:id="rId6"/>
          </p:cNvPr>
          <p:cNvSpPr txBox="1"/>
          <p:nvPr/>
        </p:nvSpPr>
        <p:spPr bwMode="gray">
          <a:xfrm>
            <a:off x="518456"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1167162">
              <a:lnSpc>
                <a:spcPct val="90000"/>
              </a:lnSpc>
              <a:spcAft>
                <a:spcPts val="1333"/>
              </a:spcAft>
            </a:pPr>
            <a:r>
              <a:rPr lang="de-DE" sz="1600" dirty="0">
                <a:solidFill>
                  <a:prstClr val="black">
                    <a:lumMod val="65000"/>
                    <a:lumOff val="35000"/>
                  </a:prstClr>
                </a:solidFill>
                <a:hlinkClick r:id="rId2"/>
              </a:rPr>
              <a:t>Für mehr Informationen zum Set, klicken Sie bitte hier!</a:t>
            </a:r>
            <a:endParaRPr lang="de-DE" sz="1600" dirty="0">
              <a:solidFill>
                <a:prstClr val="black">
                  <a:lumMod val="65000"/>
                  <a:lumOff val="35000"/>
                </a:prstClr>
              </a:solidFill>
            </a:endParaRPr>
          </a:p>
        </p:txBody>
      </p:sp>
      <p:sp>
        <p:nvSpPr>
          <p:cNvPr id="13" name="Textfeld 13">
            <a:hlinkClick r:id="rId7"/>
          </p:cNvPr>
          <p:cNvSpPr txBox="1"/>
          <p:nvPr/>
        </p:nvSpPr>
        <p:spPr bwMode="gray">
          <a:xfrm>
            <a:off x="6788398"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1167162">
              <a:lnSpc>
                <a:spcPct val="90000"/>
              </a:lnSpc>
              <a:spcAft>
                <a:spcPts val="1333"/>
              </a:spcAft>
            </a:pPr>
            <a:r>
              <a:rPr lang="de-DE" sz="1600" dirty="0">
                <a:solidFill>
                  <a:prstClr val="black">
                    <a:lumMod val="65000"/>
                    <a:lumOff val="35000"/>
                  </a:prstClr>
                </a:solidFill>
                <a:hlinkClick r:id="rId4"/>
              </a:rPr>
              <a:t>Für mehr Informationen zum Set, klicken Sie bitte hier!</a:t>
            </a:r>
            <a:endParaRPr lang="de-DE" sz="1600" dirty="0">
              <a:solidFill>
                <a:prstClr val="black">
                  <a:lumMod val="65000"/>
                  <a:lumOff val="35000"/>
                </a:prstClr>
              </a:solidFill>
            </a:endParaRPr>
          </a:p>
        </p:txBody>
      </p:sp>
    </p:spTree>
    <p:extLst>
      <p:ext uri="{BB962C8B-B14F-4D97-AF65-F5344CB8AC3E}">
        <p14:creationId xmlns:p14="http://schemas.microsoft.com/office/powerpoint/2010/main" val="376864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gray"/>
        <p:txBody>
          <a:bodyPr/>
          <a:lstStyle/>
          <a:p>
            <a:r>
              <a:rPr lang="en-US" dirty="0" smtClean="0"/>
              <a:t>Free PowerPoint Template</a:t>
            </a:r>
            <a:endParaRPr lang="en-US" dirty="0">
              <a:solidFill>
                <a:schemeClr val="accent1">
                  <a:lumMod val="75000"/>
                </a:schemeClr>
              </a:solidFill>
            </a:endParaRPr>
          </a:p>
        </p:txBody>
      </p:sp>
      <p:sp>
        <p:nvSpPr>
          <p:cNvPr id="4" name="Textplatzhalter 3"/>
          <p:cNvSpPr>
            <a:spLocks noGrp="1"/>
          </p:cNvSpPr>
          <p:nvPr>
            <p:ph type="body" idx="1"/>
          </p:nvPr>
        </p:nvSpPr>
        <p:spPr bwMode="gray">
          <a:ln>
            <a:noFill/>
          </a:ln>
        </p:spPr>
        <p:txBody>
          <a:bodyPr/>
          <a:lstStyle/>
          <a:p>
            <a:r>
              <a:rPr lang="en-US" dirty="0" smtClean="0"/>
              <a:t>PRESENTATIONLOAD</a:t>
            </a:r>
            <a:endParaRPr lang="en-US" dirty="0"/>
          </a:p>
        </p:txBody>
      </p:sp>
      <p:pic>
        <p:nvPicPr>
          <p:cNvPr id="5" name="Picture 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9036547" y="6120310"/>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419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gray"/>
        <p:txBody>
          <a:bodyPr/>
          <a:lstStyle/>
          <a:p>
            <a:r>
              <a:rPr lang="en-US" dirty="0" smtClean="0"/>
              <a:t>TEXT 1 BOX</a:t>
            </a:r>
            <a:endParaRPr lang="en-US" dirty="0"/>
          </a:p>
        </p:txBody>
      </p:sp>
      <p:sp>
        <p:nvSpPr>
          <p:cNvPr id="4" name="Textplatzhalter 3"/>
          <p:cNvSpPr>
            <a:spLocks noGrp="1"/>
          </p:cNvSpPr>
          <p:nvPr>
            <p:ph type="body" sz="quarter" idx="13"/>
          </p:nvPr>
        </p:nvSpPr>
        <p:spPr bwMode="gray"/>
        <p:txBody>
          <a:bodyPr/>
          <a:lstStyle/>
          <a:p>
            <a:r>
              <a:rPr lang="en-US" noProof="1" smtClean="0"/>
              <a:t>Enter your subheadline here</a:t>
            </a:r>
          </a:p>
        </p:txBody>
      </p:sp>
      <p:sp>
        <p:nvSpPr>
          <p:cNvPr id="8" name="Fußzeilenplatzhalter 7"/>
          <p:cNvSpPr>
            <a:spLocks noGrp="1"/>
          </p:cNvSpPr>
          <p:nvPr>
            <p:ph type="ftr" sz="quarter" idx="3"/>
          </p:nvPr>
        </p:nvSpPr>
        <p:spPr bwMode="gray"/>
        <p:txBody>
          <a:bodyPr/>
          <a:lstStyle/>
          <a:p>
            <a:r>
              <a:rPr lang="en-US" dirty="0" smtClean="0"/>
              <a:t>Enter your footer text here</a:t>
            </a:r>
            <a:endParaRPr lang="en-US" dirty="0"/>
          </a:p>
        </p:txBody>
      </p:sp>
      <p:sp>
        <p:nvSpPr>
          <p:cNvPr id="9" name="Foliennummernplatzhalter 8"/>
          <p:cNvSpPr>
            <a:spLocks noGrp="1"/>
          </p:cNvSpPr>
          <p:nvPr>
            <p:ph type="sldNum" sz="quarter" idx="4"/>
          </p:nvPr>
        </p:nvSpPr>
        <p:spPr bwMode="gray"/>
        <p:txBody>
          <a:bodyPr/>
          <a:lstStyle/>
          <a:p>
            <a:fld id="{75A4F164-3A46-4CEE-A25C-CA523D5E42F3}" type="slidenum">
              <a:rPr lang="en-US" smtClean="0"/>
              <a:t>12</a:t>
            </a:fld>
            <a:endParaRPr lang="en-US" dirty="0"/>
          </a:p>
        </p:txBody>
      </p:sp>
      <p:sp>
        <p:nvSpPr>
          <p:cNvPr id="3" name="Inhaltsplatzhalter 2" descr="&#10;&#10;&#10;&#10;&#10;&#10;&#10;&#10;&#10;&#10;&#10;&#10;&#10;&#10;&#10;&#10;&#10;&#10;&#10;&#10;&#10;&#10;&#10;&#10;&#10;&#10;&#10;&#10;&#10;&#10;&#10;&#10;&#10;PresentationLoad.com"/>
          <p:cNvSpPr>
            <a:spLocks noGrp="1"/>
          </p:cNvSpPr>
          <p:nvPr>
            <p:ph idx="1"/>
          </p:nvPr>
        </p:nvSpPr>
        <p:spPr bwMode="gray"/>
        <p:txBody>
          <a:bodyPr>
            <a:noAutofit/>
          </a:bodyPr>
          <a:lstStyle/>
          <a:p>
            <a:r>
              <a:rPr lang="en-US" dirty="0"/>
              <a:t>This is a placeholder text. This text can be replaced with your own text.</a:t>
            </a:r>
          </a:p>
          <a:p>
            <a:r>
              <a:rPr lang="en-US" dirty="0"/>
              <a:t>The text demonstrates how your own text will look when you replace the placeholder with your own text. If you don’t want to use the style and size of the fonts as used in this placeholder it’s possible to replace it by selecting different options.</a:t>
            </a:r>
          </a:p>
          <a:p>
            <a:r>
              <a:rPr lang="en-US" dirty="0"/>
              <a:t>The text demonstrates how your own text will look when you replace the placeholder </a:t>
            </a:r>
            <a:br>
              <a:rPr lang="en-US" dirty="0"/>
            </a:br>
            <a:r>
              <a:rPr lang="en-US" dirty="0"/>
              <a:t>with your own text</a:t>
            </a:r>
            <a:r>
              <a:rPr lang="en-US" dirty="0" smtClean="0"/>
              <a:t>.</a:t>
            </a:r>
            <a:endParaRPr lang="en-US" dirty="0"/>
          </a:p>
        </p:txBody>
      </p:sp>
      <p:grpSp>
        <p:nvGrpSpPr>
          <p:cNvPr id="7" name="Gruppieren 6"/>
          <p:cNvGrpSpPr/>
          <p:nvPr/>
        </p:nvGrpSpPr>
        <p:grpSpPr>
          <a:xfrm>
            <a:off x="10358702" y="6025557"/>
            <a:ext cx="1290899" cy="610095"/>
            <a:chOff x="-2452688" y="4248150"/>
            <a:chExt cx="2260600" cy="1068388"/>
          </a:xfrm>
        </p:grpSpPr>
        <p:sp>
          <p:nvSpPr>
            <p:cNvPr id="10" name="Rectangle 6"/>
            <p:cNvSpPr>
              <a:spLocks noChangeArrowheads="1"/>
            </p:cNvSpPr>
            <p:nvPr/>
          </p:nvSpPr>
          <p:spPr bwMode="auto">
            <a:xfrm>
              <a:off x="-2452688" y="4248150"/>
              <a:ext cx="2260600" cy="1068388"/>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100"/>
            </a:p>
          </p:txBody>
        </p:sp>
        <p:sp>
          <p:nvSpPr>
            <p:cNvPr id="11" name="Rectangle 7"/>
            <p:cNvSpPr>
              <a:spLocks noChangeArrowheads="1"/>
            </p:cNvSpPr>
            <p:nvPr/>
          </p:nvSpPr>
          <p:spPr bwMode="auto">
            <a:xfrm>
              <a:off x="-2452688" y="4412985"/>
              <a:ext cx="2260598" cy="51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dirty="0">
                  <a:solidFill>
                    <a:srgbClr val="000000"/>
                  </a:solidFill>
                  <a:latin typeface="Bebas Neue" pitchFamily="34" charset="0"/>
                </a:rPr>
                <a:t>PLACEHOLDER</a:t>
              </a:r>
              <a:endParaRPr lang="de-DE" altLang="de-DE" sz="1100" dirty="0"/>
            </a:p>
          </p:txBody>
        </p:sp>
        <p:sp>
          <p:nvSpPr>
            <p:cNvPr id="12" name="Rectangle 8"/>
            <p:cNvSpPr>
              <a:spLocks noChangeArrowheads="1"/>
            </p:cNvSpPr>
            <p:nvPr/>
          </p:nvSpPr>
          <p:spPr bwMode="auto">
            <a:xfrm>
              <a:off x="-2452688" y="4848225"/>
              <a:ext cx="2260598" cy="2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sz="900" dirty="0">
                  <a:solidFill>
                    <a:srgbClr val="000000"/>
                  </a:solidFill>
                  <a:latin typeface="Calibri Light" pitchFamily="34" charset="0"/>
                </a:rPr>
                <a:t>LOGO | SAMPLE CITY</a:t>
              </a:r>
              <a:endParaRPr lang="de-DE" altLang="de-DE" sz="900" dirty="0"/>
            </a:p>
          </p:txBody>
        </p:sp>
      </p:grpSp>
    </p:spTree>
    <p:extLst>
      <p:ext uri="{BB962C8B-B14F-4D97-AF65-F5344CB8AC3E}">
        <p14:creationId xmlns:p14="http://schemas.microsoft.com/office/powerpoint/2010/main" val="1595304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Free PowerPoint</a:t>
            </a:r>
            <a:r>
              <a:rPr lang="en-US" dirty="0"/>
              <a:t/>
            </a:r>
            <a:br>
              <a:rPr lang="en-US" dirty="0"/>
            </a:br>
            <a:r>
              <a:rPr lang="en-US" dirty="0"/>
              <a:t>Template</a:t>
            </a:r>
          </a:p>
        </p:txBody>
      </p:sp>
      <p:sp>
        <p:nvSpPr>
          <p:cNvPr id="4" name="Textplatzhalter 3"/>
          <p:cNvSpPr>
            <a:spLocks noGrp="1"/>
          </p:cNvSpPr>
          <p:nvPr>
            <p:ph type="body" idx="1"/>
          </p:nvPr>
        </p:nvSpPr>
        <p:spPr bwMode="gray"/>
        <p:txBody>
          <a:bodyPr/>
          <a:lstStyle/>
          <a:p>
            <a:r>
              <a:rPr lang="en-US" sz="2400" dirty="0"/>
              <a:t>PRESENTATIONLOAD</a:t>
            </a:r>
          </a:p>
        </p:txBody>
      </p:sp>
      <p:pic>
        <p:nvPicPr>
          <p:cNvPr id="7" name="Picture 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9036547" y="6120310"/>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64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bwMode="gray"/>
        <p:txBody>
          <a:bodyPr/>
          <a:lstStyle/>
          <a:p>
            <a:r>
              <a:rPr lang="en-US" dirty="0" smtClean="0"/>
              <a:t>TEXT 2 BOXES</a:t>
            </a:r>
            <a:endParaRPr lang="en-US" dirty="0"/>
          </a:p>
        </p:txBody>
      </p:sp>
      <p:sp>
        <p:nvSpPr>
          <p:cNvPr id="4" name="Textplatzhalter 3"/>
          <p:cNvSpPr>
            <a:spLocks noGrp="1"/>
          </p:cNvSpPr>
          <p:nvPr>
            <p:ph type="body" sz="quarter" idx="13"/>
          </p:nvPr>
        </p:nvSpPr>
        <p:spPr bwMode="gray"/>
        <p:txBody>
          <a:bodyPr/>
          <a:lstStyle/>
          <a:p>
            <a:pPr marL="0" indent="0">
              <a:buNone/>
            </a:pPr>
            <a:r>
              <a:rPr lang="en-US" noProof="1" smtClean="0"/>
              <a:t>Enter your subheadline here</a:t>
            </a:r>
          </a:p>
        </p:txBody>
      </p:sp>
      <p:sp>
        <p:nvSpPr>
          <p:cNvPr id="5" name="Inhaltsplatzhalter 4"/>
          <p:cNvSpPr>
            <a:spLocks noGrp="1"/>
          </p:cNvSpPr>
          <p:nvPr>
            <p:ph idx="15"/>
          </p:nvPr>
        </p:nvSpPr>
        <p:spPr bwMode="gray"/>
        <p:txBody>
          <a:bodyPr/>
          <a:lstStyle/>
          <a:p>
            <a:pPr marL="0" indent="0">
              <a:buNone/>
            </a:pPr>
            <a:r>
              <a:rPr lang="en-US" b="1" dirty="0">
                <a:latin typeface="+mj-lt"/>
              </a:rPr>
              <a:t>THIS IS A PLACEHOLDER TEXT. </a:t>
            </a:r>
          </a:p>
          <a:p>
            <a:r>
              <a:rPr lang="en-US" dirty="0"/>
              <a:t>If you don’t want to use the style and size of the fonts as used in this placeholder it’s possible to replace it by selecting different options.</a:t>
            </a:r>
          </a:p>
          <a:p>
            <a:r>
              <a:rPr lang="en-US" dirty="0" smtClean="0"/>
              <a:t>This </a:t>
            </a:r>
            <a:r>
              <a:rPr lang="en-US" dirty="0"/>
              <a:t>is a placeholder text. This text can be replaced with your own text. The text demonstrates how </a:t>
            </a:r>
            <a:r>
              <a:rPr lang="en-US" dirty="0" smtClean="0"/>
              <a:t>your </a:t>
            </a:r>
            <a:r>
              <a:rPr lang="en-US" dirty="0"/>
              <a:t>own text will look when you replace the placeholder with your own text.</a:t>
            </a:r>
          </a:p>
          <a:p>
            <a:endParaRPr lang="en-US" dirty="0"/>
          </a:p>
        </p:txBody>
      </p:sp>
      <p:sp>
        <p:nvSpPr>
          <p:cNvPr id="3" name="Inhaltsplatzhalter 2" descr="&#10;&#10;&#10;&#10;&#10;&#10;&#10;&#10;&#10;&#10;&#10;&#10;&#10;&#10;&#10;&#10;&#10;&#10;&#10;&#10;&#10;&#10;&#10;&#10;&#10;&#10;&#10;&#10;&#10;&#10;&#10;&#10;&#10;PresentationLoad.com"/>
          <p:cNvSpPr>
            <a:spLocks noGrp="1"/>
          </p:cNvSpPr>
          <p:nvPr>
            <p:ph idx="16"/>
          </p:nvPr>
        </p:nvSpPr>
        <p:spPr bwMode="gray"/>
        <p:txBody>
          <a:bodyPr>
            <a:noAutofit/>
          </a:bodyPr>
          <a:lstStyle/>
          <a:p>
            <a:pPr marL="0" indent="0">
              <a:buNone/>
            </a:pPr>
            <a:r>
              <a:rPr lang="en-US" b="1" dirty="0" smtClean="0">
                <a:latin typeface="+mj-lt"/>
              </a:rPr>
              <a:t>THIS IS A PLACEHOLDER TEXT. </a:t>
            </a:r>
          </a:p>
          <a:p>
            <a:r>
              <a:rPr lang="en-US" dirty="0" smtClean="0"/>
              <a:t>This </a:t>
            </a:r>
            <a:r>
              <a:rPr lang="en-US" dirty="0"/>
              <a:t>is a placeholder text. This </a:t>
            </a:r>
            <a:r>
              <a:rPr lang="en-US" dirty="0" smtClean="0"/>
              <a:t>text can be replaced with your own text. The text demonstrates how your own text will look when you replace the placeholder with your own text.</a:t>
            </a:r>
          </a:p>
          <a:p>
            <a:r>
              <a:rPr lang="en-US" dirty="0" smtClean="0"/>
              <a:t>If you don’t want to use the style and size of the fonts as used in this placeholder it’s possible to replace it by selecting different options.</a:t>
            </a:r>
          </a:p>
        </p:txBody>
      </p:sp>
      <p:sp>
        <p:nvSpPr>
          <p:cNvPr id="8" name="Fußzeilenplatzhalter 7"/>
          <p:cNvSpPr>
            <a:spLocks noGrp="1"/>
          </p:cNvSpPr>
          <p:nvPr>
            <p:ph type="ftr" sz="quarter" idx="3"/>
          </p:nvPr>
        </p:nvSpPr>
        <p:spPr bwMode="gray"/>
        <p:txBody>
          <a:bodyPr/>
          <a:lstStyle/>
          <a:p>
            <a:r>
              <a:rPr lang="en-US" dirty="0" smtClean="0"/>
              <a:t>Enter your footer text here</a:t>
            </a:r>
            <a:endParaRPr lang="en-US" dirty="0"/>
          </a:p>
        </p:txBody>
      </p:sp>
      <p:sp>
        <p:nvSpPr>
          <p:cNvPr id="9" name="Foliennummernplatzhalter 8"/>
          <p:cNvSpPr>
            <a:spLocks noGrp="1"/>
          </p:cNvSpPr>
          <p:nvPr>
            <p:ph type="sldNum" sz="quarter" idx="4"/>
          </p:nvPr>
        </p:nvSpPr>
        <p:spPr bwMode="gray"/>
        <p:txBody>
          <a:bodyPr/>
          <a:lstStyle/>
          <a:p>
            <a:fld id="{75A4F164-3A46-4CEE-A25C-CA523D5E42F3}" type="slidenum">
              <a:rPr lang="en-US" smtClean="0"/>
              <a:t>14</a:t>
            </a:fld>
            <a:endParaRPr lang="en-US" dirty="0"/>
          </a:p>
        </p:txBody>
      </p:sp>
      <p:grpSp>
        <p:nvGrpSpPr>
          <p:cNvPr id="10" name="Gruppieren 9"/>
          <p:cNvGrpSpPr/>
          <p:nvPr/>
        </p:nvGrpSpPr>
        <p:grpSpPr>
          <a:xfrm>
            <a:off x="10358702" y="6025557"/>
            <a:ext cx="1290899" cy="610095"/>
            <a:chOff x="-2452688" y="4248150"/>
            <a:chExt cx="2260600" cy="1068388"/>
          </a:xfrm>
        </p:grpSpPr>
        <p:sp>
          <p:nvSpPr>
            <p:cNvPr id="11" name="Rectangle 6"/>
            <p:cNvSpPr>
              <a:spLocks noChangeArrowheads="1"/>
            </p:cNvSpPr>
            <p:nvPr/>
          </p:nvSpPr>
          <p:spPr bwMode="auto">
            <a:xfrm>
              <a:off x="-2452688" y="4248150"/>
              <a:ext cx="2260600" cy="1068388"/>
            </a:xfrm>
            <a:prstGeom prst="rect">
              <a:avLst/>
            </a:prstGeom>
            <a:solidFill>
              <a:srgbClr val="E1E1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100"/>
            </a:p>
          </p:txBody>
        </p:sp>
        <p:sp>
          <p:nvSpPr>
            <p:cNvPr id="12" name="Rectangle 7"/>
            <p:cNvSpPr>
              <a:spLocks noChangeArrowheads="1"/>
            </p:cNvSpPr>
            <p:nvPr/>
          </p:nvSpPr>
          <p:spPr bwMode="auto">
            <a:xfrm>
              <a:off x="-2452688" y="4412985"/>
              <a:ext cx="2260598" cy="51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dirty="0">
                  <a:solidFill>
                    <a:srgbClr val="000000"/>
                  </a:solidFill>
                  <a:latin typeface="Bebas Neue" pitchFamily="34" charset="0"/>
                </a:rPr>
                <a:t>PLACEHOLDER</a:t>
              </a:r>
              <a:endParaRPr lang="de-DE" altLang="de-DE" sz="1100" dirty="0"/>
            </a:p>
          </p:txBody>
        </p:sp>
        <p:sp>
          <p:nvSpPr>
            <p:cNvPr id="13" name="Rectangle 8"/>
            <p:cNvSpPr>
              <a:spLocks noChangeArrowheads="1"/>
            </p:cNvSpPr>
            <p:nvPr/>
          </p:nvSpPr>
          <p:spPr bwMode="auto">
            <a:xfrm>
              <a:off x="-2452688" y="4848225"/>
              <a:ext cx="2260598" cy="25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marL="457200" fontAlgn="base">
                <a:spcBef>
                  <a:spcPct val="0"/>
                </a:spcBef>
                <a:spcAft>
                  <a:spcPct val="0"/>
                </a:spcAft>
                <a:defRPr>
                  <a:solidFill>
                    <a:schemeClr val="tx1"/>
                  </a:solidFill>
                  <a:latin typeface="Arial" pitchFamily="34" charset="0"/>
                  <a:cs typeface="Arial" pitchFamily="34" charset="0"/>
                </a:defRPr>
              </a:lvl2pPr>
              <a:lvl3pPr marL="914400" fontAlgn="base">
                <a:spcBef>
                  <a:spcPct val="0"/>
                </a:spcBef>
                <a:spcAft>
                  <a:spcPct val="0"/>
                </a:spcAft>
                <a:defRPr>
                  <a:solidFill>
                    <a:schemeClr val="tx1"/>
                  </a:solidFill>
                  <a:latin typeface="Arial" pitchFamily="34" charset="0"/>
                  <a:cs typeface="Arial" pitchFamily="34" charset="0"/>
                </a:defRPr>
              </a:lvl3pPr>
              <a:lvl4pPr marL="1371600" fontAlgn="base">
                <a:spcBef>
                  <a:spcPct val="0"/>
                </a:spcBef>
                <a:spcAft>
                  <a:spcPct val="0"/>
                </a:spcAft>
                <a:defRPr>
                  <a:solidFill>
                    <a:schemeClr val="tx1"/>
                  </a:solidFill>
                  <a:latin typeface="Arial" pitchFamily="34" charset="0"/>
                  <a:cs typeface="Arial" pitchFamily="34" charset="0"/>
                </a:defRPr>
              </a:lvl4pPr>
              <a:lvl5pPr marL="1828800" fontAlgn="base">
                <a:spcBef>
                  <a:spcPct val="0"/>
                </a:spcBef>
                <a:spcAft>
                  <a:spcPct val="0"/>
                </a:spcAft>
                <a:defRPr>
                  <a:solidFill>
                    <a:schemeClr val="tx1"/>
                  </a:solidFill>
                  <a:latin typeface="Arial" pitchFamily="34" charset="0"/>
                  <a:cs typeface="Arial" pitchFamily="34" charset="0"/>
                </a:defRPr>
              </a:lvl5pPr>
              <a:lvl6pPr marL="2286000" fontAlgn="base">
                <a:spcBef>
                  <a:spcPct val="0"/>
                </a:spcBef>
                <a:spcAft>
                  <a:spcPct val="0"/>
                </a:spcAft>
                <a:defRPr>
                  <a:solidFill>
                    <a:schemeClr val="tx1"/>
                  </a:solidFill>
                  <a:latin typeface="Arial" pitchFamily="34" charset="0"/>
                  <a:cs typeface="Arial" pitchFamily="34" charset="0"/>
                </a:defRPr>
              </a:lvl6pPr>
              <a:lvl7pPr marL="2743200" fontAlgn="base">
                <a:spcBef>
                  <a:spcPct val="0"/>
                </a:spcBef>
                <a:spcAft>
                  <a:spcPct val="0"/>
                </a:spcAft>
                <a:defRPr>
                  <a:solidFill>
                    <a:schemeClr val="tx1"/>
                  </a:solidFill>
                  <a:latin typeface="Arial" pitchFamily="34" charset="0"/>
                  <a:cs typeface="Arial" pitchFamily="34" charset="0"/>
                </a:defRPr>
              </a:lvl7pPr>
              <a:lvl8pPr marL="3200400" fontAlgn="base">
                <a:spcBef>
                  <a:spcPct val="0"/>
                </a:spcBef>
                <a:spcAft>
                  <a:spcPct val="0"/>
                </a:spcAft>
                <a:defRPr>
                  <a:solidFill>
                    <a:schemeClr val="tx1"/>
                  </a:solidFill>
                  <a:latin typeface="Arial" pitchFamily="34" charset="0"/>
                  <a:cs typeface="Arial" pitchFamily="34" charset="0"/>
                </a:defRPr>
              </a:lvl8pPr>
              <a:lvl9pPr marL="3657600" fontAlgn="base">
                <a:spcBef>
                  <a:spcPct val="0"/>
                </a:spcBef>
                <a:spcAft>
                  <a:spcPct val="0"/>
                </a:spcAft>
                <a:defRPr>
                  <a:solidFill>
                    <a:schemeClr val="tx1"/>
                  </a:solidFill>
                  <a:latin typeface="Arial" pitchFamily="34" charset="0"/>
                  <a:cs typeface="Arial" pitchFamily="34" charset="0"/>
                </a:defRPr>
              </a:lvl9pPr>
            </a:lstStyle>
            <a:p>
              <a:pPr algn="ctr" defTabSz="914127"/>
              <a:r>
                <a:rPr lang="de-DE" altLang="de-DE" sz="900" dirty="0">
                  <a:solidFill>
                    <a:srgbClr val="000000"/>
                  </a:solidFill>
                  <a:latin typeface="Calibri Light" pitchFamily="34" charset="0"/>
                </a:rPr>
                <a:t>LOGO | SAMPLE CITY</a:t>
              </a:r>
              <a:endParaRPr lang="de-DE" altLang="de-DE" sz="900" dirty="0"/>
            </a:p>
          </p:txBody>
        </p:sp>
      </p:grpSp>
    </p:spTree>
    <p:extLst>
      <p:ext uri="{BB962C8B-B14F-4D97-AF65-F5344CB8AC3E}">
        <p14:creationId xmlns:p14="http://schemas.microsoft.com/office/powerpoint/2010/main" val="326446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feld 16"/>
          <p:cNvSpPr txBox="1"/>
          <p:nvPr/>
        </p:nvSpPr>
        <p:spPr bwMode="gray">
          <a:xfrm>
            <a:off x="517885"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667">
              <a:lnSpc>
                <a:spcPct val="80000"/>
              </a:lnSpc>
              <a:spcAft>
                <a:spcPts val="1000"/>
              </a:spcAft>
            </a:pPr>
            <a:r>
              <a:rPr lang="en-US" sz="2800" dirty="0">
                <a:solidFill>
                  <a:srgbClr val="3498DB">
                    <a:lumMod val="50000"/>
                  </a:srgbClr>
                </a:solidFill>
                <a:latin typeface="Bebas Neue" panose="020B0506020202020201" pitchFamily="34" charset="0"/>
              </a:rPr>
              <a:t>3D Layers - Parallel </a:t>
            </a:r>
          </a:p>
        </p:txBody>
      </p:sp>
      <p:sp>
        <p:nvSpPr>
          <p:cNvPr id="20" name="Textfeld 17"/>
          <p:cNvSpPr txBox="1"/>
          <p:nvPr/>
        </p:nvSpPr>
        <p:spPr bwMode="gray">
          <a:xfrm>
            <a:off x="6787829"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667">
              <a:lnSpc>
                <a:spcPct val="80000"/>
              </a:lnSpc>
              <a:spcAft>
                <a:spcPts val="1000"/>
              </a:spcAft>
            </a:pPr>
            <a:r>
              <a:rPr lang="en-US" sz="2800" dirty="0" err="1">
                <a:solidFill>
                  <a:srgbClr val="3498DB">
                    <a:lumMod val="50000"/>
                  </a:srgbClr>
                </a:solidFill>
                <a:latin typeface="Bebas Neue" panose="020B0506020202020201" pitchFamily="34" charset="0"/>
              </a:rPr>
              <a:t>Stufen-Diagramme</a:t>
            </a:r>
            <a:r>
              <a:rPr lang="en-US" sz="2800" dirty="0">
                <a:solidFill>
                  <a:srgbClr val="3498DB">
                    <a:lumMod val="50000"/>
                  </a:srgbClr>
                </a:solidFill>
                <a:latin typeface="Bebas Neue" panose="020B0506020202020201" pitchFamily="34" charset="0"/>
              </a:rPr>
              <a:t> </a:t>
            </a:r>
          </a:p>
        </p:txBody>
      </p:sp>
      <p:pic>
        <p:nvPicPr>
          <p:cNvPr id="10248" name="Picture 8">
            <a:hlinkClick r:id="rId2"/>
          </p:cNvPr>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s://img.presentationload.com/D1591/Stair-Diagrams_D1591_014_16x9_xl.png">
            <a:hlinkClick r:id="rId4"/>
          </p:cNvPr>
          <p:cNvPicPr>
            <a:picLocks noGrp="1" noChangeAspect="1" noChangeArrowheads="1"/>
          </p:cNvPicPr>
          <p:nvPr>
            <p:ph type="pic" sz="quarter" idx="15"/>
          </p:nvPr>
        </p:nvPicPr>
        <p:blipFill>
          <a:blip r:embed="rId5">
            <a:extLst>
              <a:ext uri="{28A0092B-C50C-407E-A947-70E740481C1C}">
                <a14:useLocalDpi xmlns:a14="http://schemas.microsoft.com/office/drawing/2010/main" val="0"/>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de-DE" dirty="0"/>
              <a:t>EMPFOHLENE VORLAGEN</a:t>
            </a:r>
            <a:endParaRPr lang="en-US" dirty="0"/>
          </a:p>
        </p:txBody>
      </p:sp>
      <p:sp>
        <p:nvSpPr>
          <p:cNvPr id="3" name="Text Placeholder 2"/>
          <p:cNvSpPr>
            <a:spLocks noGrp="1"/>
          </p:cNvSpPr>
          <p:nvPr>
            <p:ph type="body" sz="quarter" idx="13"/>
          </p:nvPr>
        </p:nvSpPr>
        <p:spPr/>
        <p:txBody>
          <a:bodyPr/>
          <a:lstStyle/>
          <a:p>
            <a:r>
              <a:rPr lang="de-DE" dirty="0"/>
              <a:t>Entdecken Sie unser vielfältiges Angebot.</a:t>
            </a:r>
            <a:endParaRPr lang="en-US" dirty="0"/>
          </a:p>
        </p:txBody>
      </p:sp>
      <p:sp>
        <p:nvSpPr>
          <p:cNvPr id="10" name="TextBox 9"/>
          <p:cNvSpPr txBox="1"/>
          <p:nvPr/>
        </p:nvSpPr>
        <p:spPr>
          <a:xfrm>
            <a:off x="518094" y="5642268"/>
            <a:ext cx="2834271" cy="559961"/>
          </a:xfrm>
          <a:prstGeom prst="rect">
            <a:avLst/>
          </a:prstGeom>
          <a:solidFill>
            <a:schemeClr val="bg1"/>
          </a:solidFill>
        </p:spPr>
        <p:txBody>
          <a:bodyPr wrap="none" lIns="0" tIns="0" rIns="0" bIns="0" rtlCol="0">
            <a:noAutofit/>
          </a:bodyPr>
          <a:lstStyle/>
          <a:p>
            <a:pPr defTabSz="1218957">
              <a:lnSpc>
                <a:spcPct val="90000"/>
              </a:lnSpc>
              <a:spcAft>
                <a:spcPts val="1333"/>
              </a:spcAft>
            </a:pPr>
            <a:r>
              <a:rPr lang="de-DE" sz="1300" dirty="0">
                <a:solidFill>
                  <a:srgbClr val="C8303F"/>
                </a:solidFill>
              </a:rPr>
              <a:t>Link kann nur im Präsentationsmodus</a:t>
            </a:r>
            <a:br>
              <a:rPr lang="de-DE" sz="1300" dirty="0">
                <a:solidFill>
                  <a:srgbClr val="C8303F"/>
                </a:solidFill>
              </a:rPr>
            </a:br>
            <a:r>
              <a:rPr lang="de-DE" sz="1300" dirty="0">
                <a:solidFill>
                  <a:srgbClr val="C8303F"/>
                </a:solidFill>
              </a:rPr>
              <a:t>angeklickt werden (</a:t>
            </a:r>
            <a:r>
              <a:rPr lang="en-US" sz="1300" dirty="0">
                <a:solidFill>
                  <a:srgbClr val="C8303F"/>
                </a:solidFill>
              </a:rPr>
              <a:t>Shift</a:t>
            </a:r>
            <a:r>
              <a:rPr lang="de-DE" sz="1300" dirty="0">
                <a:solidFill>
                  <a:srgbClr val="C8303F"/>
                </a:solidFill>
              </a:rPr>
              <a:t> + F5)</a:t>
            </a:r>
          </a:p>
          <a:p>
            <a:pPr defTabSz="1167974">
              <a:lnSpc>
                <a:spcPct val="90000"/>
              </a:lnSpc>
              <a:spcAft>
                <a:spcPts val="1333"/>
              </a:spcAft>
            </a:pPr>
            <a:endParaRPr lang="en-US" dirty="0" err="1">
              <a:solidFill>
                <a:prstClr val="black"/>
              </a:solidFill>
            </a:endParaRPr>
          </a:p>
        </p:txBody>
      </p:sp>
      <p:sp>
        <p:nvSpPr>
          <p:cNvPr id="11" name="TextBox 10"/>
          <p:cNvSpPr txBox="1"/>
          <p:nvPr/>
        </p:nvSpPr>
        <p:spPr>
          <a:xfrm>
            <a:off x="6797495" y="5647552"/>
            <a:ext cx="2834271" cy="559961"/>
          </a:xfrm>
          <a:prstGeom prst="rect">
            <a:avLst/>
          </a:prstGeom>
          <a:solidFill>
            <a:schemeClr val="bg1"/>
          </a:solidFill>
        </p:spPr>
        <p:txBody>
          <a:bodyPr wrap="none" lIns="0" tIns="0" rIns="0" bIns="0" rtlCol="0">
            <a:noAutofit/>
          </a:bodyPr>
          <a:lstStyle/>
          <a:p>
            <a:pPr defTabSz="1218957">
              <a:lnSpc>
                <a:spcPct val="90000"/>
              </a:lnSpc>
              <a:spcAft>
                <a:spcPts val="1333"/>
              </a:spcAft>
            </a:pPr>
            <a:r>
              <a:rPr lang="de-DE" sz="1300" dirty="0">
                <a:solidFill>
                  <a:srgbClr val="C8303F"/>
                </a:solidFill>
              </a:rPr>
              <a:t>Link kann nur im Präsentationsmodus</a:t>
            </a:r>
            <a:br>
              <a:rPr lang="de-DE" sz="1300" dirty="0">
                <a:solidFill>
                  <a:srgbClr val="C8303F"/>
                </a:solidFill>
              </a:rPr>
            </a:br>
            <a:r>
              <a:rPr lang="de-DE" sz="1300" dirty="0">
                <a:solidFill>
                  <a:srgbClr val="C8303F"/>
                </a:solidFill>
              </a:rPr>
              <a:t>angeklickt werden (</a:t>
            </a:r>
            <a:r>
              <a:rPr lang="en-US" sz="1300" dirty="0">
                <a:solidFill>
                  <a:srgbClr val="C8303F"/>
                </a:solidFill>
              </a:rPr>
              <a:t>Shift</a:t>
            </a:r>
            <a:r>
              <a:rPr lang="de-DE" sz="1300" dirty="0">
                <a:solidFill>
                  <a:srgbClr val="C8303F"/>
                </a:solidFill>
              </a:rPr>
              <a:t> + F5)</a:t>
            </a:r>
          </a:p>
          <a:p>
            <a:pPr defTabSz="1167974">
              <a:lnSpc>
                <a:spcPct val="90000"/>
              </a:lnSpc>
              <a:spcAft>
                <a:spcPts val="1333"/>
              </a:spcAft>
            </a:pPr>
            <a:endParaRPr lang="en-US" dirty="0" err="1">
              <a:solidFill>
                <a:prstClr val="black"/>
              </a:solidFill>
            </a:endParaRPr>
          </a:p>
        </p:txBody>
      </p:sp>
      <p:sp>
        <p:nvSpPr>
          <p:cNvPr id="12" name="Textfeld 11">
            <a:hlinkClick r:id="rId6"/>
          </p:cNvPr>
          <p:cNvSpPr txBox="1"/>
          <p:nvPr/>
        </p:nvSpPr>
        <p:spPr bwMode="gray">
          <a:xfrm>
            <a:off x="518453"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1167394">
              <a:lnSpc>
                <a:spcPct val="90000"/>
              </a:lnSpc>
              <a:spcAft>
                <a:spcPts val="1333"/>
              </a:spcAft>
            </a:pPr>
            <a:r>
              <a:rPr lang="de-DE" sz="1600" dirty="0">
                <a:solidFill>
                  <a:prstClr val="black">
                    <a:lumMod val="65000"/>
                    <a:lumOff val="35000"/>
                  </a:prstClr>
                </a:solidFill>
                <a:hlinkClick r:id="rId2"/>
              </a:rPr>
              <a:t>Für mehr Informationen zum Set, klicken Sie bitte hier!</a:t>
            </a:r>
            <a:endParaRPr lang="de-DE" sz="1600" dirty="0">
              <a:solidFill>
                <a:prstClr val="black">
                  <a:lumMod val="65000"/>
                  <a:lumOff val="35000"/>
                </a:prstClr>
              </a:solidFill>
            </a:endParaRPr>
          </a:p>
        </p:txBody>
      </p:sp>
      <p:sp>
        <p:nvSpPr>
          <p:cNvPr id="13" name="Textfeld 13">
            <a:hlinkClick r:id="rId7"/>
          </p:cNvPr>
          <p:cNvSpPr txBox="1"/>
          <p:nvPr/>
        </p:nvSpPr>
        <p:spPr bwMode="gray">
          <a:xfrm>
            <a:off x="6788395"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1167394">
              <a:lnSpc>
                <a:spcPct val="90000"/>
              </a:lnSpc>
              <a:spcAft>
                <a:spcPts val="1333"/>
              </a:spcAft>
            </a:pPr>
            <a:r>
              <a:rPr lang="de-DE" sz="1600" dirty="0">
                <a:solidFill>
                  <a:prstClr val="black">
                    <a:lumMod val="65000"/>
                    <a:lumOff val="35000"/>
                  </a:prstClr>
                </a:solidFill>
                <a:hlinkClick r:id="rId4"/>
              </a:rPr>
              <a:t>Für mehr Informationen zum Set, klicken Sie bitte hier!</a:t>
            </a:r>
            <a:endParaRPr lang="de-DE" sz="1600" dirty="0">
              <a:solidFill>
                <a:prstClr val="black">
                  <a:lumMod val="65000"/>
                  <a:lumOff val="35000"/>
                </a:prstClr>
              </a:solidFill>
            </a:endParaRPr>
          </a:p>
        </p:txBody>
      </p:sp>
    </p:spTree>
    <p:extLst>
      <p:ext uri="{BB962C8B-B14F-4D97-AF65-F5344CB8AC3E}">
        <p14:creationId xmlns:p14="http://schemas.microsoft.com/office/powerpoint/2010/main" val="98337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feld 11">
            <a:hlinkClick r:id="rId2"/>
          </p:cNvPr>
          <p:cNvSpPr txBox="1"/>
          <p:nvPr/>
        </p:nvSpPr>
        <p:spPr bwMode="gray">
          <a:xfrm>
            <a:off x="517882"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851">
              <a:lnSpc>
                <a:spcPct val="90000"/>
              </a:lnSpc>
              <a:spcAft>
                <a:spcPts val="1000"/>
              </a:spcAft>
            </a:pPr>
            <a:r>
              <a:rPr lang="en-US" sz="1600" dirty="0">
                <a:solidFill>
                  <a:prstClr val="black">
                    <a:lumMod val="75000"/>
                    <a:lumOff val="25000"/>
                  </a:prstClr>
                </a:solidFill>
                <a:latin typeface="Calibri Light" panose="020F0302020204030204" pitchFamily="34" charset="0"/>
              </a:rPr>
              <a:t>http://www.dafont.com/bebas-neue.font</a:t>
            </a:r>
            <a:endParaRPr lang="en-US" sz="1600" dirty="0">
              <a:solidFill>
                <a:prstClr val="black">
                  <a:lumMod val="75000"/>
                  <a:lumOff val="25000"/>
                </a:prstClr>
              </a:solidFill>
              <a:latin typeface="Calibri Light" panose="020F0302020204030204" pitchFamily="34" charset="0"/>
            </a:endParaRPr>
          </a:p>
        </p:txBody>
      </p:sp>
      <p:sp>
        <p:nvSpPr>
          <p:cNvPr id="18" name="Textfeld 13">
            <a:hlinkClick r:id="rId3"/>
          </p:cNvPr>
          <p:cNvSpPr txBox="1"/>
          <p:nvPr/>
        </p:nvSpPr>
        <p:spPr bwMode="gray">
          <a:xfrm>
            <a:off x="6787825" y="5209835"/>
            <a:ext cx="4860001" cy="252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851">
              <a:lnSpc>
                <a:spcPct val="90000"/>
              </a:lnSpc>
              <a:spcAft>
                <a:spcPts val="1000"/>
              </a:spcAft>
            </a:pPr>
            <a:r>
              <a:rPr lang="en-US" sz="1600" dirty="0">
                <a:solidFill>
                  <a:prstClr val="black">
                    <a:lumMod val="75000"/>
                    <a:lumOff val="25000"/>
                  </a:prstClr>
                </a:solidFill>
                <a:latin typeface="Calibri Light" panose="020F0302020204030204" pitchFamily="34" charset="0"/>
              </a:rPr>
              <a:t>http://www.dafont.com/de/bebas-neue.font</a:t>
            </a:r>
            <a:endParaRPr lang="en-US" sz="1600" dirty="0">
              <a:solidFill>
                <a:prstClr val="black">
                  <a:lumMod val="75000"/>
                  <a:lumOff val="25000"/>
                </a:prstClr>
              </a:solidFill>
              <a:latin typeface="Calibri Light" panose="020F0302020204030204" pitchFamily="34" charset="0"/>
            </a:endParaRPr>
          </a:p>
        </p:txBody>
      </p:sp>
      <p:sp>
        <p:nvSpPr>
          <p:cNvPr id="19" name="Textfeld 16"/>
          <p:cNvSpPr txBox="1"/>
          <p:nvPr/>
        </p:nvSpPr>
        <p:spPr bwMode="gray">
          <a:xfrm>
            <a:off x="517882"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851">
              <a:lnSpc>
                <a:spcPct val="80000"/>
              </a:lnSpc>
              <a:spcAft>
                <a:spcPts val="1000"/>
              </a:spcAft>
            </a:pPr>
            <a:r>
              <a:rPr lang="en-US" sz="2800" dirty="0">
                <a:solidFill>
                  <a:srgbClr val="3498DB">
                    <a:lumMod val="50000"/>
                  </a:srgbClr>
                </a:solidFill>
                <a:latin typeface="Bebas Neue" panose="020B0506020202020201" pitchFamily="34" charset="0"/>
              </a:rPr>
              <a:t>Bebas neue</a:t>
            </a:r>
          </a:p>
        </p:txBody>
      </p:sp>
      <p:sp>
        <p:nvSpPr>
          <p:cNvPr id="20" name="Textfeld 17"/>
          <p:cNvSpPr txBox="1"/>
          <p:nvPr/>
        </p:nvSpPr>
        <p:spPr bwMode="gray">
          <a:xfrm>
            <a:off x="6787826" y="4755921"/>
            <a:ext cx="4860001" cy="360000"/>
          </a:xfrm>
          <a:prstGeom prst="rect">
            <a:avLst/>
          </a:prstGeom>
          <a:noFill/>
        </p:spPr>
        <p:txBody>
          <a:bodyPr wrap="square" lIns="0" tIns="0" rIns="0" bIns="0" rtlCol="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851">
              <a:lnSpc>
                <a:spcPct val="80000"/>
              </a:lnSpc>
              <a:spcAft>
                <a:spcPts val="1000"/>
              </a:spcAft>
            </a:pPr>
            <a:r>
              <a:rPr lang="en-US" sz="2800" dirty="0">
                <a:solidFill>
                  <a:srgbClr val="3498DB">
                    <a:lumMod val="50000"/>
                  </a:srgbClr>
                </a:solidFill>
                <a:latin typeface="Bebas Neue" panose="020B0506020202020201" pitchFamily="34" charset="0"/>
              </a:rPr>
              <a:t>Bebas neue</a:t>
            </a:r>
          </a:p>
        </p:txBody>
      </p:sp>
      <p:sp>
        <p:nvSpPr>
          <p:cNvPr id="22" name="Rechteck 21"/>
          <p:cNvSpPr/>
          <p:nvPr/>
        </p:nvSpPr>
        <p:spPr bwMode="gray">
          <a:xfrm>
            <a:off x="6787826" y="903819"/>
            <a:ext cx="4860001" cy="3600000"/>
          </a:xfrm>
          <a:prstGeom prst="rect">
            <a:avLst/>
          </a:prstGeom>
        </p:spPr>
        <p:txBody>
          <a:bodyPr wrap="square" lIns="0" tIns="0" rIns="0" bIns="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851">
              <a:lnSpc>
                <a:spcPct val="90000"/>
              </a:lnSpc>
              <a:spcAft>
                <a:spcPts val="1000"/>
              </a:spcAft>
            </a:pPr>
            <a:r>
              <a:rPr lang="de-DE" sz="2000" dirty="0">
                <a:solidFill>
                  <a:prstClr val="black"/>
                </a:solidFill>
                <a:latin typeface="Calibri Light" panose="020F0302020204030204" pitchFamily="34" charset="0"/>
              </a:rPr>
              <a:t>Vielen Dank dass Sie sich für unsere</a:t>
            </a:r>
            <a:br>
              <a:rPr lang="de-DE" sz="2000" dirty="0">
                <a:solidFill>
                  <a:prstClr val="black"/>
                </a:solidFill>
                <a:latin typeface="Calibri Light" panose="020F0302020204030204" pitchFamily="34" charset="0"/>
              </a:rPr>
            </a:br>
            <a:r>
              <a:rPr lang="de-DE" sz="2000" dirty="0">
                <a:solidFill>
                  <a:prstClr val="black"/>
                </a:solidFill>
                <a:latin typeface="Calibri Light" panose="020F0302020204030204" pitchFamily="34" charset="0"/>
              </a:rPr>
              <a:t>Vorlagen entschieden haben.</a:t>
            </a:r>
          </a:p>
          <a:p>
            <a:pPr defTabSz="913851">
              <a:lnSpc>
                <a:spcPct val="90000"/>
              </a:lnSpc>
              <a:spcAft>
                <a:spcPts val="1000"/>
              </a:spcAft>
            </a:pPr>
            <a:r>
              <a:rPr lang="de-DE" sz="1600" dirty="0">
                <a:solidFill>
                  <a:prstClr val="black"/>
                </a:solidFill>
                <a:latin typeface="Calibri Light" panose="020F0302020204030204" pitchFamily="34" charset="0"/>
              </a:rPr>
              <a:t>Diese PowerPoint Vorlage beinhaltet besondere Design-Schriftarten, die zur Verwendung in diese Vorlage eingebettet sind. Sollten Sie den Wunsch haben, diese Schriftarten (Fonts) auch in anderen Präsentationen zu verwenden, müssen Sie diese Schriftarten auf Ihrem Computer installieren.</a:t>
            </a:r>
          </a:p>
          <a:p>
            <a:pPr defTabSz="913851">
              <a:lnSpc>
                <a:spcPct val="90000"/>
              </a:lnSpc>
              <a:spcAft>
                <a:spcPts val="1000"/>
              </a:spcAft>
            </a:pPr>
            <a:r>
              <a:rPr lang="de-DE" sz="1600" dirty="0">
                <a:solidFill>
                  <a:prstClr val="black"/>
                </a:solidFill>
                <a:latin typeface="Calibri Light" panose="020F0302020204030204" pitchFamily="34" charset="0"/>
              </a:rPr>
              <a:t>Die Schriftarten können kostenfrei über die unten genannte Internetseite heruntergeladen werden. Kopieren Sie dazu einfach den Link in das Adressfenster Ihres Web-Browsers.</a:t>
            </a:r>
          </a:p>
        </p:txBody>
      </p:sp>
      <p:sp>
        <p:nvSpPr>
          <p:cNvPr id="23" name="Rechteck 22"/>
          <p:cNvSpPr/>
          <p:nvPr/>
        </p:nvSpPr>
        <p:spPr bwMode="gray">
          <a:xfrm>
            <a:off x="517882" y="903819"/>
            <a:ext cx="4860001" cy="3600000"/>
          </a:xfrm>
          <a:prstGeom prst="rect">
            <a:avLst/>
          </a:prstGeom>
        </p:spPr>
        <p:txBody>
          <a:bodyPr wrap="square" lIns="0" tIns="0" rIns="0" bIns="0">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defTabSz="913851">
              <a:lnSpc>
                <a:spcPct val="90000"/>
              </a:lnSpc>
              <a:spcAft>
                <a:spcPts val="1000"/>
              </a:spcAft>
            </a:pPr>
            <a:r>
              <a:rPr lang="en-US" sz="2000" dirty="0">
                <a:solidFill>
                  <a:prstClr val="black"/>
                </a:solidFill>
                <a:latin typeface="Calibri Light" panose="020F0302020204030204" pitchFamily="34" charset="0"/>
              </a:rPr>
              <a:t>Thank you for purchasing </a:t>
            </a:r>
            <a:r>
              <a:rPr lang="en-US" sz="2000" dirty="0">
                <a:solidFill>
                  <a:prstClr val="black"/>
                </a:solidFill>
                <a:latin typeface="Calibri Light" panose="020F0302020204030204" pitchFamily="34" charset="0"/>
              </a:rPr>
              <a:t/>
            </a:r>
            <a:br>
              <a:rPr lang="en-US" sz="2000" dirty="0">
                <a:solidFill>
                  <a:prstClr val="black"/>
                </a:solidFill>
                <a:latin typeface="Calibri Light" panose="020F0302020204030204" pitchFamily="34" charset="0"/>
              </a:rPr>
            </a:br>
            <a:r>
              <a:rPr lang="en-US" sz="2000" dirty="0">
                <a:solidFill>
                  <a:prstClr val="black"/>
                </a:solidFill>
                <a:latin typeface="Calibri Light" panose="020F0302020204030204" pitchFamily="34" charset="0"/>
              </a:rPr>
              <a:t>our </a:t>
            </a:r>
            <a:r>
              <a:rPr lang="en-US" sz="2000" dirty="0">
                <a:solidFill>
                  <a:prstClr val="black"/>
                </a:solidFill>
                <a:latin typeface="Calibri Light" panose="020F0302020204030204" pitchFamily="34" charset="0"/>
              </a:rPr>
              <a:t>templates.</a:t>
            </a:r>
          </a:p>
          <a:p>
            <a:pPr defTabSz="913851">
              <a:lnSpc>
                <a:spcPct val="90000"/>
              </a:lnSpc>
              <a:spcAft>
                <a:spcPts val="1000"/>
              </a:spcAft>
            </a:pPr>
            <a:r>
              <a:rPr lang="en-US" sz="1600" dirty="0">
                <a:solidFill>
                  <a:prstClr val="black"/>
                </a:solidFill>
                <a:latin typeface="Calibri Light" panose="020F0302020204030204" pitchFamily="34" charset="0"/>
              </a:rPr>
              <a:t>This PowerPoint template includes special design fonts that are embedded in this document. If you also wish to use these fonts for other presentations, you will need to install them on your computer.</a:t>
            </a:r>
          </a:p>
          <a:p>
            <a:pPr defTabSz="913851">
              <a:lnSpc>
                <a:spcPct val="90000"/>
              </a:lnSpc>
              <a:spcAft>
                <a:spcPts val="1000"/>
              </a:spcAft>
            </a:pPr>
            <a:r>
              <a:rPr lang="en-US" sz="1600" dirty="0">
                <a:solidFill>
                  <a:prstClr val="black"/>
                </a:solidFill>
                <a:latin typeface="Calibri Light" panose="020F0302020204030204" pitchFamily="34" charset="0"/>
              </a:rPr>
              <a:t>Download these fonts free of charge from the link below by copying it into the address field of your web browser. </a:t>
            </a:r>
          </a:p>
        </p:txBody>
      </p:sp>
      <p:grpSp>
        <p:nvGrpSpPr>
          <p:cNvPr id="24" name="Gruppieren 23"/>
          <p:cNvGrpSpPr/>
          <p:nvPr/>
        </p:nvGrpSpPr>
        <p:grpSpPr bwMode="gray">
          <a:xfrm>
            <a:off x="517884" y="-63499"/>
            <a:ext cx="454587" cy="830549"/>
            <a:chOff x="429379" y="-62937"/>
            <a:chExt cx="454588" cy="830549"/>
          </a:xfrm>
          <a:effectLst>
            <a:outerShdw blurRad="25400" dist="12700" dir="2700000" algn="tl" rotWithShape="0">
              <a:prstClr val="black">
                <a:alpha val="40000"/>
              </a:prstClr>
            </a:outerShdw>
          </a:effectLst>
        </p:grpSpPr>
        <p:sp>
          <p:nvSpPr>
            <p:cNvPr id="28" name="Rechteck 3"/>
            <p:cNvSpPr/>
            <p:nvPr/>
          </p:nvSpPr>
          <p:spPr bwMode="gray">
            <a:xfrm>
              <a:off x="429379" y="-62937"/>
              <a:ext cx="391651" cy="830549"/>
            </a:xfrm>
            <a:custGeom>
              <a:avLst/>
              <a:gdLst/>
              <a:ahLst/>
              <a:cxnLst/>
              <a:rect l="l" t="t" r="r" b="b"/>
              <a:pathLst>
                <a:path w="1369655" h="2904537">
                  <a:moveTo>
                    <a:pt x="0" y="0"/>
                  </a:moveTo>
                  <a:lnTo>
                    <a:pt x="1369655" y="0"/>
                  </a:lnTo>
                  <a:lnTo>
                    <a:pt x="1369655" y="2219709"/>
                  </a:lnTo>
                  <a:lnTo>
                    <a:pt x="1369655" y="2904537"/>
                  </a:lnTo>
                  <a:lnTo>
                    <a:pt x="684828" y="2219709"/>
                  </a:lnTo>
                  <a:lnTo>
                    <a:pt x="0" y="2904537"/>
                  </a:lnTo>
                  <a:lnTo>
                    <a:pt x="0" y="2219709"/>
                  </a:lnTo>
                  <a:close/>
                </a:path>
              </a:pathLst>
            </a:custGeom>
            <a:blipFill>
              <a:blip r:embed="rId4" cstate="print">
                <a:extLst>
                  <a:ext uri="{28A0092B-C50C-407E-A947-70E740481C1C}">
                    <a14:useLocalDpi xmlns:a14="http://schemas.microsoft.com/office/drawing/2010/main" val="0"/>
                  </a:ext>
                </a:extLst>
              </a:blip>
              <a:stretch>
                <a:fillRect/>
              </a:stretch>
            </a:blipFill>
            <a:ln w="12700">
              <a:noFill/>
              <a:round/>
              <a:headEnd/>
              <a:tailEnd/>
            </a:ln>
          </p:spPr>
          <p:txBody>
            <a:bodyPr wrap="square" lIns="0" tIns="0" rIns="0" bIns="0" rtlCol="0" anchor="ctr">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algn="ctr" defTabSz="913851"/>
              <a:endParaRPr lang="en-US" dirty="0">
                <a:solidFill>
                  <a:prstClr val="black"/>
                </a:solidFill>
              </a:endParaRPr>
            </a:p>
          </p:txBody>
        </p:sp>
        <p:sp>
          <p:nvSpPr>
            <p:cNvPr id="29" name="Rechtwinkliges Dreieck 28"/>
            <p:cNvSpPr/>
            <p:nvPr/>
          </p:nvSpPr>
          <p:spPr bwMode="gray">
            <a:xfrm>
              <a:off x="821030" y="-62937"/>
              <a:ext cx="62937" cy="62937"/>
            </a:xfrm>
            <a:prstGeom prst="rtTriangle">
              <a:avLst/>
            </a:prstGeom>
            <a:solidFill>
              <a:schemeClr val="tx1">
                <a:lumMod val="75000"/>
                <a:lumOff val="25000"/>
              </a:schemeClr>
            </a:solidFill>
            <a:ln w="12700">
              <a:noFill/>
              <a:round/>
              <a:headEnd/>
              <a:tailEnd/>
            </a:ln>
          </p:spPr>
          <p:txBody>
            <a:bodyPr wrap="square" lIns="0" tIns="0" rIns="0" bIns="0" rtlCol="0" anchor="ctr">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algn="ctr" defTabSz="913851"/>
              <a:endParaRPr lang="en-US" dirty="0">
                <a:solidFill>
                  <a:prstClr val="black"/>
                </a:solidFill>
              </a:endParaRPr>
            </a:p>
          </p:txBody>
        </p:sp>
      </p:grpSp>
      <p:grpSp>
        <p:nvGrpSpPr>
          <p:cNvPr id="25" name="Gruppieren 24"/>
          <p:cNvGrpSpPr/>
          <p:nvPr/>
        </p:nvGrpSpPr>
        <p:grpSpPr bwMode="gray">
          <a:xfrm>
            <a:off x="6787827" y="-63500"/>
            <a:ext cx="454587" cy="830549"/>
            <a:chOff x="6622790" y="-62938"/>
            <a:chExt cx="454588" cy="830549"/>
          </a:xfrm>
          <a:effectLst>
            <a:outerShdw blurRad="25400" dist="12700" dir="2700000" algn="tl" rotWithShape="0">
              <a:prstClr val="black">
                <a:alpha val="40000"/>
              </a:prstClr>
            </a:outerShdw>
          </a:effectLst>
        </p:grpSpPr>
        <p:sp>
          <p:nvSpPr>
            <p:cNvPr id="26" name="Rechteck 3"/>
            <p:cNvSpPr/>
            <p:nvPr/>
          </p:nvSpPr>
          <p:spPr bwMode="gray">
            <a:xfrm>
              <a:off x="6622790" y="-62938"/>
              <a:ext cx="391651" cy="830549"/>
            </a:xfrm>
            <a:custGeom>
              <a:avLst/>
              <a:gdLst/>
              <a:ahLst/>
              <a:cxnLst/>
              <a:rect l="l" t="t" r="r" b="b"/>
              <a:pathLst>
                <a:path w="1369655" h="2904537">
                  <a:moveTo>
                    <a:pt x="0" y="0"/>
                  </a:moveTo>
                  <a:lnTo>
                    <a:pt x="1369655" y="0"/>
                  </a:lnTo>
                  <a:lnTo>
                    <a:pt x="1369655" y="2219709"/>
                  </a:lnTo>
                  <a:lnTo>
                    <a:pt x="1369655" y="2904537"/>
                  </a:lnTo>
                  <a:lnTo>
                    <a:pt x="684828" y="2219709"/>
                  </a:lnTo>
                  <a:lnTo>
                    <a:pt x="0" y="2904537"/>
                  </a:lnTo>
                  <a:lnTo>
                    <a:pt x="0" y="2219709"/>
                  </a:lnTo>
                  <a:close/>
                </a:path>
              </a:pathLst>
            </a:custGeom>
            <a:blipFill>
              <a:blip r:embed="rId5" cstate="print">
                <a:extLst>
                  <a:ext uri="{28A0092B-C50C-407E-A947-70E740481C1C}">
                    <a14:useLocalDpi xmlns:a14="http://schemas.microsoft.com/office/drawing/2010/main" val="0"/>
                  </a:ext>
                </a:extLst>
              </a:blip>
              <a:stretch>
                <a:fillRect/>
              </a:stretch>
            </a:blipFill>
            <a:ln w="12700">
              <a:noFill/>
              <a:round/>
              <a:headEnd/>
              <a:tailEnd/>
            </a:ln>
          </p:spPr>
          <p:txBody>
            <a:bodyPr wrap="square" lIns="0" tIns="0" rIns="0" bIns="0" rtlCol="0" anchor="ctr">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algn="ctr" defTabSz="913851"/>
              <a:endParaRPr lang="en-US" dirty="0">
                <a:solidFill>
                  <a:prstClr val="black"/>
                </a:solidFill>
              </a:endParaRPr>
            </a:p>
          </p:txBody>
        </p:sp>
        <p:sp>
          <p:nvSpPr>
            <p:cNvPr id="27" name="Rechtwinkliges Dreieck 26"/>
            <p:cNvSpPr/>
            <p:nvPr/>
          </p:nvSpPr>
          <p:spPr bwMode="gray">
            <a:xfrm>
              <a:off x="7014441" y="-62937"/>
              <a:ext cx="62937" cy="62937"/>
            </a:xfrm>
            <a:prstGeom prst="rtTriangle">
              <a:avLst/>
            </a:prstGeom>
            <a:solidFill>
              <a:schemeClr val="tx1">
                <a:lumMod val="75000"/>
                <a:lumOff val="25000"/>
              </a:schemeClr>
            </a:solidFill>
            <a:ln w="12700">
              <a:noFill/>
              <a:round/>
              <a:headEnd/>
              <a:tailEnd/>
            </a:ln>
          </p:spPr>
          <p:txBody>
            <a:bodyPr wrap="square" lIns="0" tIns="0" rIns="0" bIns="0" rtlCol="0" anchor="ctr">
              <a:noAutofit/>
            </a:bodyPr>
            <a:lstStyle>
              <a:defPPr>
                <a:defRPr lang="de-DE"/>
              </a:defPPr>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a:lstStyle>
            <a:p>
              <a:pPr algn="ctr" defTabSz="913851"/>
              <a:endParaRPr lang="en-US" dirty="0">
                <a:solidFill>
                  <a:prstClr val="black"/>
                </a:solidFill>
              </a:endParaRPr>
            </a:p>
          </p:txBody>
        </p:sp>
      </p:grpSp>
    </p:spTree>
    <p:extLst>
      <p:ext uri="{BB962C8B-B14F-4D97-AF65-F5344CB8AC3E}">
        <p14:creationId xmlns:p14="http://schemas.microsoft.com/office/powerpoint/2010/main" val="158694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bwMode="gray">
          <a:xfrm>
            <a:off x="1" y="5805489"/>
            <a:ext cx="12190413" cy="10525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4" tIns="45706" rIns="91414" bIns="45706" rtlCol="0" anchor="ctr"/>
          <a:lstStyle/>
          <a:p>
            <a:pPr algn="ctr"/>
            <a:endParaRPr lang="en-US" dirty="0"/>
          </a:p>
        </p:txBody>
      </p:sp>
      <p:sp>
        <p:nvSpPr>
          <p:cNvPr id="2" name="Titel 1"/>
          <p:cNvSpPr>
            <a:spLocks noGrp="1"/>
          </p:cNvSpPr>
          <p:nvPr>
            <p:ph type="title"/>
          </p:nvPr>
        </p:nvSpPr>
        <p:spPr bwMode="gray"/>
        <p:txBody>
          <a:bodyPr/>
          <a:lstStyle/>
          <a:p>
            <a:r>
              <a:rPr lang="en-US" dirty="0"/>
              <a:t>COPYRIGHT NOTICE</a:t>
            </a:r>
            <a:endParaRPr lang="en-US" dirty="0"/>
          </a:p>
        </p:txBody>
      </p:sp>
      <p:sp>
        <p:nvSpPr>
          <p:cNvPr id="6" name="Fußzeilenplatzhalter 5"/>
          <p:cNvSpPr>
            <a:spLocks noGrp="1"/>
          </p:cNvSpPr>
          <p:nvPr>
            <p:ph type="ftr" sz="quarter" idx="11"/>
          </p:nvPr>
        </p:nvSpPr>
        <p:spPr bwMode="gray">
          <a:xfrm>
            <a:off x="3954111" y="6188499"/>
            <a:ext cx="4275850" cy="360000"/>
          </a:xfrm>
        </p:spPr>
        <p:txBody>
          <a:bodyPr/>
          <a:lstStyle/>
          <a:p>
            <a:pPr lvl="0"/>
            <a:r>
              <a:rPr lang="en-US" sz="1600" noProof="1">
                <a:solidFill>
                  <a:schemeClr val="bg1">
                    <a:lumMod val="50000"/>
                  </a:schemeClr>
                </a:solidFill>
              </a:rPr>
              <a:t>More PowerPoint templates are available at </a:t>
            </a:r>
            <a:r>
              <a:rPr lang="en-US" sz="1600" b="1" u="sng" noProof="1">
                <a:solidFill>
                  <a:schemeClr val="bg1">
                    <a:lumMod val="50000"/>
                  </a:schemeClr>
                </a:solidFill>
                <a:latin typeface="+mj-lt"/>
              </a:rPr>
              <a:t>www.PresentationLoad.com</a:t>
            </a:r>
          </a:p>
        </p:txBody>
      </p:sp>
      <p:sp>
        <p:nvSpPr>
          <p:cNvPr id="3" name="Textplatzhalter 2"/>
          <p:cNvSpPr>
            <a:spLocks noGrp="1"/>
          </p:cNvSpPr>
          <p:nvPr>
            <p:ph type="body" sz="quarter" idx="13"/>
          </p:nvPr>
        </p:nvSpPr>
        <p:spPr bwMode="gray"/>
        <p:txBody>
          <a:bodyPr/>
          <a:lstStyle/>
          <a:p>
            <a:pPr lvl="0"/>
            <a:r>
              <a:rPr lang="en-US" dirty="0"/>
              <a:t>Feel free to use these PowerPoint slides for your personal, educational and business presentations.</a:t>
            </a:r>
          </a:p>
        </p:txBody>
      </p:sp>
      <p:sp>
        <p:nvSpPr>
          <p:cNvPr id="4" name="Inhaltsplatzhalter 3"/>
          <p:cNvSpPr>
            <a:spLocks noGrp="1"/>
          </p:cNvSpPr>
          <p:nvPr>
            <p:ph idx="1"/>
          </p:nvPr>
        </p:nvSpPr>
        <p:spPr bwMode="gray">
          <a:xfrm>
            <a:off x="516255" y="1483952"/>
            <a:ext cx="5579746" cy="4319248"/>
          </a:xfrm>
        </p:spPr>
        <p:txBody>
          <a:bodyPr/>
          <a:lstStyle/>
          <a:p>
            <a:pPr marL="0" indent="0" defTabSz="914035">
              <a:lnSpc>
                <a:spcPct val="80000"/>
              </a:lnSpc>
              <a:spcAft>
                <a:spcPct val="20000"/>
              </a:spcAft>
              <a:buNone/>
            </a:pPr>
            <a:r>
              <a:rPr lang="en-US" sz="3200" noProof="1">
                <a:solidFill>
                  <a:prstClr val="white"/>
                </a:solidFill>
                <a:latin typeface="Bebas Neue" panose="020B0506020202020201" pitchFamily="34" charset="0"/>
              </a:rPr>
              <a:t>DO</a:t>
            </a:r>
          </a:p>
          <a:p>
            <a:pPr marL="177748" indent="-177748" defTabSz="914035">
              <a:spcAft>
                <a:spcPts val="500"/>
              </a:spcAft>
            </a:pPr>
            <a:r>
              <a:rPr lang="en-US" sz="1600" noProof="1">
                <a:solidFill>
                  <a:prstClr val="white"/>
                </a:solidFill>
              </a:rPr>
              <a:t>Use the free templates for your own presentations and </a:t>
            </a:r>
            <a:br>
              <a:rPr lang="en-US" sz="1600" noProof="1">
                <a:solidFill>
                  <a:prstClr val="white"/>
                </a:solidFill>
              </a:rPr>
            </a:br>
            <a:r>
              <a:rPr lang="en-US" sz="1600" noProof="1">
                <a:solidFill>
                  <a:prstClr val="white"/>
                </a:solidFill>
              </a:rPr>
              <a:t>projects without limitations.</a:t>
            </a:r>
          </a:p>
          <a:p>
            <a:pPr marL="177748" indent="-177748" defTabSz="914035">
              <a:spcAft>
                <a:spcPts val="500"/>
              </a:spcAft>
            </a:pPr>
            <a:r>
              <a:rPr lang="en-US" sz="1600" u="sng" noProof="1">
                <a:solidFill>
                  <a:prstClr val="white"/>
                </a:solidFill>
              </a:rPr>
              <a:t>Please link back to our website</a:t>
            </a:r>
            <a:r>
              <a:rPr lang="en-US" sz="1600" noProof="1">
                <a:solidFill>
                  <a:prstClr val="white"/>
                </a:solidFill>
              </a:rPr>
              <a:t> if you like our free designs </a:t>
            </a:r>
            <a:br>
              <a:rPr lang="en-US" sz="1600" noProof="1">
                <a:solidFill>
                  <a:prstClr val="white"/>
                </a:solidFill>
              </a:rPr>
            </a:br>
            <a:r>
              <a:rPr lang="en-US" sz="1600" noProof="1">
                <a:solidFill>
                  <a:prstClr val="white"/>
                </a:solidFill>
              </a:rPr>
              <a:t>or </a:t>
            </a:r>
            <a:r>
              <a:rPr lang="en-US" sz="1600" u="sng" noProof="1">
                <a:solidFill>
                  <a:prstClr val="white"/>
                </a:solidFill>
              </a:rPr>
              <a:t>write a comment</a:t>
            </a:r>
            <a:r>
              <a:rPr lang="en-US" sz="1600" noProof="1">
                <a:solidFill>
                  <a:prstClr val="white"/>
                </a:solidFill>
              </a:rPr>
              <a:t> to this template on our website.</a:t>
            </a:r>
          </a:p>
          <a:p>
            <a:pPr marL="0" indent="0" defTabSz="914035">
              <a:spcAft>
                <a:spcPts val="0"/>
              </a:spcAft>
              <a:buNone/>
            </a:pPr>
            <a:endParaRPr lang="en-US" sz="1600" noProof="1">
              <a:solidFill>
                <a:prstClr val="white"/>
              </a:solidFill>
            </a:endParaRPr>
          </a:p>
          <a:p>
            <a:pPr marL="0" indent="0" defTabSz="914035">
              <a:spcAft>
                <a:spcPts val="0"/>
              </a:spcAft>
              <a:buNone/>
            </a:pPr>
            <a:r>
              <a:rPr lang="en-US" sz="1600" noProof="1">
                <a:solidFill>
                  <a:prstClr val="white"/>
                </a:solidFill>
              </a:rPr>
              <a:t>All copyright and intellectual property rights, without </a:t>
            </a:r>
            <a:br>
              <a:rPr lang="en-US" sz="1600" noProof="1">
                <a:solidFill>
                  <a:prstClr val="white"/>
                </a:solidFill>
              </a:rPr>
            </a:br>
            <a:r>
              <a:rPr lang="en-US" sz="1600" noProof="1">
                <a:solidFill>
                  <a:prstClr val="white"/>
                </a:solidFill>
              </a:rPr>
              <a:t>limitation, are retained by PresentationLoad.com. </a:t>
            </a:r>
            <a:br>
              <a:rPr lang="en-US" sz="1600" noProof="1">
                <a:solidFill>
                  <a:prstClr val="white"/>
                </a:solidFill>
              </a:rPr>
            </a:br>
            <a:r>
              <a:rPr lang="en-US" sz="1600" noProof="1">
                <a:solidFill>
                  <a:prstClr val="white"/>
                </a:solidFill>
              </a:rPr>
              <a:t>By downloading and using this template, you agree </a:t>
            </a:r>
            <a:br>
              <a:rPr lang="en-US" sz="1600" noProof="1">
                <a:solidFill>
                  <a:prstClr val="white"/>
                </a:solidFill>
              </a:rPr>
            </a:br>
            <a:r>
              <a:rPr lang="en-US" sz="1600" noProof="1">
                <a:solidFill>
                  <a:prstClr val="white"/>
                </a:solidFill>
              </a:rPr>
              <a:t>to this statement.</a:t>
            </a:r>
          </a:p>
          <a:p>
            <a:pPr marL="0" indent="0" defTabSz="914035">
              <a:spcAft>
                <a:spcPts val="0"/>
              </a:spcAft>
              <a:buNone/>
            </a:pPr>
            <a:endParaRPr lang="en-US" b="1" noProof="1" smtClean="0">
              <a:solidFill>
                <a:prstClr val="white"/>
              </a:solidFill>
              <a:latin typeface="Calibri"/>
            </a:endParaRPr>
          </a:p>
          <a:p>
            <a:pPr marL="0" indent="0" defTabSz="914035">
              <a:spcAft>
                <a:spcPts val="0"/>
              </a:spcAft>
              <a:buNone/>
            </a:pPr>
            <a:r>
              <a:rPr lang="en-US" b="1" noProof="1" smtClean="0">
                <a:solidFill>
                  <a:prstClr val="white"/>
                </a:solidFill>
                <a:latin typeface="Calibri"/>
              </a:rPr>
              <a:t>Please contact us if you have any questions </a:t>
            </a:r>
            <a:br>
              <a:rPr lang="en-US" b="1" noProof="1" smtClean="0">
                <a:solidFill>
                  <a:prstClr val="white"/>
                </a:solidFill>
                <a:latin typeface="Calibri"/>
              </a:rPr>
            </a:br>
            <a:r>
              <a:rPr lang="en-US" b="1" noProof="1" smtClean="0">
                <a:solidFill>
                  <a:prstClr val="white"/>
                </a:solidFill>
                <a:latin typeface="Calibri"/>
              </a:rPr>
              <a:t>about usage: </a:t>
            </a:r>
            <a:r>
              <a:rPr lang="en-US" noProof="1" smtClean="0">
                <a:solidFill>
                  <a:prstClr val="white"/>
                </a:solidFill>
                <a:latin typeface="Calibri"/>
              </a:rPr>
              <a:t>support@presentationload.com</a:t>
            </a:r>
          </a:p>
        </p:txBody>
      </p:sp>
      <p:sp>
        <p:nvSpPr>
          <p:cNvPr id="5" name="Inhaltsplatzhalter 3"/>
          <p:cNvSpPr txBox="1">
            <a:spLocks/>
          </p:cNvSpPr>
          <p:nvPr/>
        </p:nvSpPr>
        <p:spPr bwMode="gray">
          <a:xfrm>
            <a:off x="6078276" y="1483952"/>
            <a:ext cx="5562023" cy="4319248"/>
          </a:xfrm>
          <a:prstGeom prst="rect">
            <a:avLst/>
          </a:prstGeom>
          <a:noFill/>
        </p:spPr>
        <p:txBody>
          <a:bodyPr vert="horz" lIns="10798" tIns="0" rIns="0" bIns="0" rtlCol="0">
            <a:noAutofit/>
          </a:bodyPr>
          <a:lstStyle>
            <a:lvl1pPr marL="273050" indent="-273050" algn="l" defTabSz="914400" rtl="0" eaLnBrk="1" latinLnBrk="0" hangingPunct="1">
              <a:spcBef>
                <a:spcPts val="0"/>
              </a:spcBef>
              <a:spcAft>
                <a:spcPts val="1000"/>
              </a:spcAft>
              <a:buFont typeface="Wingdings" panose="05000000000000000000" pitchFamily="2" charset="2"/>
              <a:buChar char="§"/>
              <a:defRPr sz="2200" kern="1200">
                <a:solidFill>
                  <a:srgbClr val="DDDDDD"/>
                </a:solidFill>
                <a:latin typeface="Calibri Light" panose="020F0302020204030204" pitchFamily="34" charset="0"/>
                <a:ea typeface="+mn-ea"/>
                <a:cs typeface="+mn-cs"/>
              </a:defRPr>
            </a:lvl1pPr>
            <a:lvl2pPr marL="808038" indent="-273050" algn="l" defTabSz="914400" rtl="0" eaLnBrk="1" latinLnBrk="0" hangingPunct="1">
              <a:spcBef>
                <a:spcPts val="0"/>
              </a:spcBef>
              <a:spcAft>
                <a:spcPts val="1000"/>
              </a:spcAft>
              <a:buFont typeface="Symbol" panose="05050102010706020507" pitchFamily="18" charset="2"/>
              <a:buChar char="-"/>
              <a:defRPr sz="2000" kern="1200">
                <a:solidFill>
                  <a:srgbClr val="DDDDDD"/>
                </a:solidFill>
                <a:latin typeface="Calibri Light" panose="020F0302020204030204" pitchFamily="34" charset="0"/>
                <a:ea typeface="+mn-ea"/>
                <a:cs typeface="+mn-cs"/>
              </a:defRPr>
            </a:lvl2pPr>
            <a:lvl3pPr marL="1081088" indent="-177800" algn="l" defTabSz="914400" rtl="0" eaLnBrk="1" latinLnBrk="0" hangingPunct="1">
              <a:spcBef>
                <a:spcPts val="0"/>
              </a:spcBef>
              <a:spcAft>
                <a:spcPts val="1000"/>
              </a:spcAft>
              <a:buFont typeface="Symbol" panose="05050102010706020507" pitchFamily="18" charset="2"/>
              <a:buChar char="-"/>
              <a:defRPr sz="1800" kern="1200">
                <a:solidFill>
                  <a:srgbClr val="DDDDDD"/>
                </a:solidFill>
                <a:latin typeface="Calibri Light" panose="020F0302020204030204" pitchFamily="34" charset="0"/>
                <a:ea typeface="+mn-ea"/>
                <a:cs typeface="+mn-cs"/>
              </a:defRPr>
            </a:lvl3pPr>
            <a:lvl4pPr marL="1436688" indent="-177800" algn="l" defTabSz="914400" rtl="0" eaLnBrk="1" latinLnBrk="0" hangingPunct="1">
              <a:spcBef>
                <a:spcPts val="0"/>
              </a:spcBef>
              <a:spcAft>
                <a:spcPts val="1000"/>
              </a:spcAft>
              <a:buFont typeface="Symbol" panose="05050102010706020507" pitchFamily="18" charset="2"/>
              <a:buChar char="-"/>
              <a:defRPr sz="1600" kern="1200">
                <a:solidFill>
                  <a:srgbClr val="DDDDDD"/>
                </a:solidFill>
                <a:latin typeface="Calibri Light" panose="020F0302020204030204" pitchFamily="34" charset="0"/>
                <a:ea typeface="+mn-ea"/>
                <a:cs typeface="+mn-cs"/>
              </a:defRPr>
            </a:lvl4pPr>
            <a:lvl5pPr marL="1793875" indent="-179388" algn="l" defTabSz="914400" rtl="0" eaLnBrk="1" latinLnBrk="0" hangingPunct="1">
              <a:spcBef>
                <a:spcPts val="0"/>
              </a:spcBef>
              <a:spcAft>
                <a:spcPts val="1000"/>
              </a:spcAft>
              <a:buFont typeface="Symbol" panose="05050102010706020507" pitchFamily="18" charset="2"/>
              <a:buChar char="-"/>
              <a:defRPr sz="1600" kern="1200">
                <a:solidFill>
                  <a:srgbClr val="DDDDDD"/>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4035">
              <a:lnSpc>
                <a:spcPct val="80000"/>
              </a:lnSpc>
              <a:spcAft>
                <a:spcPct val="20000"/>
              </a:spcAft>
              <a:buNone/>
            </a:pPr>
            <a:r>
              <a:rPr lang="en-US" sz="3200" noProof="1">
                <a:solidFill>
                  <a:prstClr val="white"/>
                </a:solidFill>
                <a:latin typeface="Bebas Neue" panose="020B0506020202020201" pitchFamily="34" charset="0"/>
              </a:rPr>
              <a:t>DON‘T</a:t>
            </a:r>
          </a:p>
          <a:p>
            <a:pPr marL="177748" indent="-177748" defTabSz="914035">
              <a:spcAft>
                <a:spcPts val="500"/>
              </a:spcAft>
            </a:pPr>
            <a:r>
              <a:rPr lang="en-US" sz="1600" noProof="1">
                <a:solidFill>
                  <a:prstClr val="white"/>
                </a:solidFill>
              </a:rPr>
              <a:t>Resell or distribute the templates or backgrounds.</a:t>
            </a:r>
          </a:p>
          <a:p>
            <a:pPr marL="177748" indent="-177748" defTabSz="914035">
              <a:spcAft>
                <a:spcPts val="500"/>
              </a:spcAft>
            </a:pPr>
            <a:r>
              <a:rPr lang="en-US" sz="1600" noProof="1">
                <a:solidFill>
                  <a:prstClr val="white"/>
                </a:solidFill>
              </a:rPr>
              <a:t>Make these templates available on a website or social </a:t>
            </a:r>
            <a:br>
              <a:rPr lang="en-US" sz="1600" noProof="1">
                <a:solidFill>
                  <a:prstClr val="white"/>
                </a:solidFill>
              </a:rPr>
            </a:br>
            <a:r>
              <a:rPr lang="en-US" sz="1600" noProof="1">
                <a:solidFill>
                  <a:prstClr val="white"/>
                </a:solidFill>
              </a:rPr>
              <a:t>network for download.</a:t>
            </a:r>
          </a:p>
          <a:p>
            <a:pPr marL="177748" indent="-177748" defTabSz="914035">
              <a:spcAft>
                <a:spcPts val="500"/>
              </a:spcAft>
            </a:pPr>
            <a:r>
              <a:rPr lang="en-US" sz="1600" noProof="1">
                <a:solidFill>
                  <a:prstClr val="white"/>
                </a:solidFill>
              </a:rPr>
              <a:t>Edit or modify the downloaded templates and claim / </a:t>
            </a:r>
            <a:br>
              <a:rPr lang="en-US" sz="1600" noProof="1">
                <a:solidFill>
                  <a:prstClr val="white"/>
                </a:solidFill>
              </a:rPr>
            </a:br>
            <a:r>
              <a:rPr lang="en-US" sz="1600" noProof="1">
                <a:solidFill>
                  <a:prstClr val="white"/>
                </a:solidFill>
              </a:rPr>
              <a:t>pass off as your own work.</a:t>
            </a:r>
          </a:p>
          <a:p>
            <a:pPr marL="177748" indent="-177748" defTabSz="914035">
              <a:spcAft>
                <a:spcPts val="0"/>
              </a:spcAft>
              <a:buFontTx/>
              <a:buChar char="•"/>
            </a:pPr>
            <a:endParaRPr lang="en-US" sz="1600" noProof="1">
              <a:solidFill>
                <a:prstClr val="white"/>
              </a:solidFill>
            </a:endParaRPr>
          </a:p>
        </p:txBody>
      </p:sp>
      <p:pic>
        <p:nvPicPr>
          <p:cNvPr id="9" name="Picture 5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9036547" y="6120311"/>
            <a:ext cx="2700001" cy="492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451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PRESENTATIONLOAD">
  <a:themeElements>
    <a:clrScheme name="Benutzerdefiniert 2">
      <a:dk1>
        <a:sysClr val="windowText" lastClr="000000"/>
      </a:dk1>
      <a:lt1>
        <a:sysClr val="window" lastClr="FFFFFF"/>
      </a:lt1>
      <a:dk2>
        <a:srgbClr val="2C3E50"/>
      </a:dk2>
      <a:lt2>
        <a:srgbClr val="FFFFFF"/>
      </a:lt2>
      <a:accent1>
        <a:srgbClr val="3498DB"/>
      </a:accent1>
      <a:accent2>
        <a:srgbClr val="C8303F"/>
      </a:accent2>
      <a:accent3>
        <a:srgbClr val="9BBB59"/>
      </a:accent3>
      <a:accent4>
        <a:srgbClr val="FFC000"/>
      </a:accent4>
      <a:accent5>
        <a:srgbClr val="814993"/>
      </a:accent5>
      <a:accent6>
        <a:srgbClr val="45B1CB"/>
      </a:accent6>
      <a:hlink>
        <a:srgbClr val="7F7F7F"/>
      </a:hlink>
      <a:folHlink>
        <a:srgbClr val="7F7F7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PRESENTATIONLOAD">
  <a:themeElements>
    <a:clrScheme name="Benutzerdefiniert 2">
      <a:dk1>
        <a:sysClr val="windowText" lastClr="000000"/>
      </a:dk1>
      <a:lt1>
        <a:sysClr val="window" lastClr="FFFFFF"/>
      </a:lt1>
      <a:dk2>
        <a:srgbClr val="2C3E50"/>
      </a:dk2>
      <a:lt2>
        <a:srgbClr val="FFFFFF"/>
      </a:lt2>
      <a:accent1>
        <a:srgbClr val="3498DB"/>
      </a:accent1>
      <a:accent2>
        <a:srgbClr val="C8303F"/>
      </a:accent2>
      <a:accent3>
        <a:srgbClr val="9BBB59"/>
      </a:accent3>
      <a:accent4>
        <a:srgbClr val="FFC000"/>
      </a:accent4>
      <a:accent5>
        <a:srgbClr val="814993"/>
      </a:accent5>
      <a:accent6>
        <a:srgbClr val="45B1CB"/>
      </a:accent6>
      <a:hlink>
        <a:srgbClr val="7F7F7F"/>
      </a:hlink>
      <a:folHlink>
        <a:srgbClr val="7F7F7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RESENTATIONLOAD">
  <a:themeElements>
    <a:clrScheme name="Benutzerdefiniert 2">
      <a:dk1>
        <a:sysClr val="windowText" lastClr="000000"/>
      </a:dk1>
      <a:lt1>
        <a:sysClr val="window" lastClr="FFFFFF"/>
      </a:lt1>
      <a:dk2>
        <a:srgbClr val="2C3E50"/>
      </a:dk2>
      <a:lt2>
        <a:srgbClr val="FFFFFF"/>
      </a:lt2>
      <a:accent1>
        <a:srgbClr val="3498DB"/>
      </a:accent1>
      <a:accent2>
        <a:srgbClr val="C8303F"/>
      </a:accent2>
      <a:accent3>
        <a:srgbClr val="9BBB59"/>
      </a:accent3>
      <a:accent4>
        <a:srgbClr val="FFC000"/>
      </a:accent4>
      <a:accent5>
        <a:srgbClr val="814993"/>
      </a:accent5>
      <a:accent6>
        <a:srgbClr val="45B1CB"/>
      </a:accent6>
      <a:hlink>
        <a:srgbClr val="7F7F7F"/>
      </a:hlink>
      <a:folHlink>
        <a:srgbClr val="7F7F7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PRESENTATIONLOAD">
  <a:themeElements>
    <a:clrScheme name="PL Styleguide">
      <a:dk1>
        <a:sysClr val="windowText" lastClr="000000"/>
      </a:dk1>
      <a:lt1>
        <a:sysClr val="window" lastClr="FFFFFF"/>
      </a:lt1>
      <a:dk2>
        <a:srgbClr val="2C3E50"/>
      </a:dk2>
      <a:lt2>
        <a:srgbClr val="FFFFFF"/>
      </a:lt2>
      <a:accent1>
        <a:srgbClr val="3498DB"/>
      </a:accent1>
      <a:accent2>
        <a:srgbClr val="C8303F"/>
      </a:accent2>
      <a:accent3>
        <a:srgbClr val="9BBB59"/>
      </a:accent3>
      <a:accent4>
        <a:srgbClr val="FFC000"/>
      </a:accent4>
      <a:accent5>
        <a:srgbClr val="814993"/>
      </a:accent5>
      <a:accent6>
        <a:srgbClr val="45B1CB"/>
      </a:accent6>
      <a:hlink>
        <a:srgbClr val="7F7F7F"/>
      </a:hlink>
      <a:folHlink>
        <a:srgbClr val="7F7F7F"/>
      </a:folHlink>
    </a:clrScheme>
    <a:fontScheme name="PL Styleguid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36000" tIns="36000" rIns="36000" bIns="36000" rtlCol="0" anchor="ctr"/>
      <a:lstStyle>
        <a:defPPr algn="ctr">
          <a:lnSpc>
            <a:spcPct val="90000"/>
          </a:lnSpc>
          <a:spcAft>
            <a:spcPts val="10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1">
              <a:lumMod val="65000"/>
            </a:schemeClr>
          </a:solidFill>
          <a:tailEnd type="none"/>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spPr>
      <a:bodyPr wrap="square" lIns="0" tIns="0" rIns="0" bIns="0" rtlCol="0">
        <a:noAutofit/>
      </a:bodyPr>
      <a:lstStyle>
        <a:defPPr>
          <a:lnSpc>
            <a:spcPct val="90000"/>
          </a:lnSpc>
          <a:spcAft>
            <a:spcPts val="1000"/>
          </a:spcAft>
          <a:defRPr dirty="0" err="1" smtClean="0"/>
        </a:defPPr>
      </a:lstStyle>
    </a:txDef>
  </a:objectDefaults>
  <a:extraClrSchemeLst/>
</a:theme>
</file>

<file path=ppt/theme/theme5.xml><?xml version="1.0" encoding="utf-8"?>
<a:theme xmlns:a="http://schemas.openxmlformats.org/drawingml/2006/main" name="4_PRESENTATIONLOAD">
  <a:themeElements>
    <a:clrScheme name="PL Styleguide">
      <a:dk1>
        <a:sysClr val="windowText" lastClr="000000"/>
      </a:dk1>
      <a:lt1>
        <a:sysClr val="window" lastClr="FFFFFF"/>
      </a:lt1>
      <a:dk2>
        <a:srgbClr val="2C3E50"/>
      </a:dk2>
      <a:lt2>
        <a:srgbClr val="FFFFFF"/>
      </a:lt2>
      <a:accent1>
        <a:srgbClr val="3498DB"/>
      </a:accent1>
      <a:accent2>
        <a:srgbClr val="C8303F"/>
      </a:accent2>
      <a:accent3>
        <a:srgbClr val="9BBB59"/>
      </a:accent3>
      <a:accent4>
        <a:srgbClr val="FFC000"/>
      </a:accent4>
      <a:accent5>
        <a:srgbClr val="814993"/>
      </a:accent5>
      <a:accent6>
        <a:srgbClr val="45B1CB"/>
      </a:accent6>
      <a:hlink>
        <a:srgbClr val="7F7F7F"/>
      </a:hlink>
      <a:folHlink>
        <a:srgbClr val="7F7F7F"/>
      </a:folHlink>
    </a:clrScheme>
    <a:fontScheme name="PL Styleguid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36000" tIns="36000" rIns="36000" bIns="36000" rtlCol="0" anchor="ctr"/>
      <a:lstStyle>
        <a:defPPr algn="ctr">
          <a:lnSpc>
            <a:spcPct val="90000"/>
          </a:lnSpc>
          <a:spcAft>
            <a:spcPts val="10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1">
              <a:lumMod val="65000"/>
            </a:schemeClr>
          </a:solidFill>
          <a:tailEnd type="none"/>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spPr>
      <a:bodyPr wrap="square" lIns="0" tIns="0" rIns="0" bIns="0" rtlCol="0">
        <a:noAutofit/>
      </a:bodyPr>
      <a:lstStyle>
        <a:defPPr>
          <a:lnSpc>
            <a:spcPct val="90000"/>
          </a:lnSpc>
          <a:spcAft>
            <a:spcPts val="1000"/>
          </a:spcAft>
          <a:defRPr dirty="0" err="1" smtClean="0"/>
        </a:defPPr>
      </a:lstStyle>
    </a:txDef>
  </a:objectDefaults>
  <a:extraClrSchemeLst/>
</a:theme>
</file>

<file path=ppt/theme/theme6.xml><?xml version="1.0" encoding="utf-8"?>
<a:theme xmlns:a="http://schemas.openxmlformats.org/drawingml/2006/main" name="5_PRESENTATIONLOAD">
  <a:themeElements>
    <a:clrScheme name="PL Styleguide">
      <a:dk1>
        <a:sysClr val="windowText" lastClr="000000"/>
      </a:dk1>
      <a:lt1>
        <a:sysClr val="window" lastClr="FFFFFF"/>
      </a:lt1>
      <a:dk2>
        <a:srgbClr val="2C3E50"/>
      </a:dk2>
      <a:lt2>
        <a:srgbClr val="FFFFFF"/>
      </a:lt2>
      <a:accent1>
        <a:srgbClr val="3498DB"/>
      </a:accent1>
      <a:accent2>
        <a:srgbClr val="C8303F"/>
      </a:accent2>
      <a:accent3>
        <a:srgbClr val="9BBB59"/>
      </a:accent3>
      <a:accent4>
        <a:srgbClr val="FFC000"/>
      </a:accent4>
      <a:accent5>
        <a:srgbClr val="814993"/>
      </a:accent5>
      <a:accent6>
        <a:srgbClr val="45B1CB"/>
      </a:accent6>
      <a:hlink>
        <a:srgbClr val="7F7F7F"/>
      </a:hlink>
      <a:folHlink>
        <a:srgbClr val="7F7F7F"/>
      </a:folHlink>
    </a:clrScheme>
    <a:fontScheme name="PL Styleguid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36000" tIns="36000" rIns="36000" bIns="36000" rtlCol="0" anchor="ctr"/>
      <a:lstStyle>
        <a:defPPr algn="ctr">
          <a:lnSpc>
            <a:spcPct val="90000"/>
          </a:lnSpc>
          <a:spcAft>
            <a:spcPts val="10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1">
              <a:lumMod val="65000"/>
            </a:schemeClr>
          </a:solidFill>
          <a:tailEnd type="none"/>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spPr>
      <a:bodyPr wrap="square" lIns="0" tIns="0" rIns="0" bIns="0" rtlCol="0">
        <a:noAutofit/>
      </a:bodyPr>
      <a:lstStyle>
        <a:defPPr>
          <a:lnSpc>
            <a:spcPct val="90000"/>
          </a:lnSpc>
          <a:spcAft>
            <a:spcPts val="1000"/>
          </a:spcAft>
          <a:defRPr dirty="0" err="1" smtClean="0"/>
        </a:defPPr>
      </a:lstStyle>
    </a:txDef>
  </a:objectDefaults>
  <a:extraClrScheme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831</Words>
  <Application>Microsoft Office PowerPoint</Application>
  <PresentationFormat>Custom</PresentationFormat>
  <Paragraphs>140</Paragraphs>
  <Slides>17</Slides>
  <Notes>11</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17</vt:i4>
      </vt:variant>
    </vt:vector>
  </HeadingPairs>
  <TitlesOfParts>
    <vt:vector size="29" baseType="lpstr">
      <vt:lpstr>Arial</vt:lpstr>
      <vt:lpstr>Calibri</vt:lpstr>
      <vt:lpstr>Symbol</vt:lpstr>
      <vt:lpstr>Wingdings</vt:lpstr>
      <vt:lpstr>Calibri Light</vt:lpstr>
      <vt:lpstr>Bebas Neue</vt:lpstr>
      <vt:lpstr>PRESENTATIONLOAD</vt:lpstr>
      <vt:lpstr>2_PRESENTATIONLOAD</vt:lpstr>
      <vt:lpstr>1_PRESENTATIONLOAD</vt:lpstr>
      <vt:lpstr>3_PRESENTATIONLOAD</vt:lpstr>
      <vt:lpstr>4_PRESENTATIONLOAD</vt:lpstr>
      <vt:lpstr>5_PRESENTATIONLOAD</vt:lpstr>
      <vt:lpstr>Free PowerPoint Template</vt:lpstr>
      <vt:lpstr>TEXT 1 BOX</vt:lpstr>
      <vt:lpstr>Free PowerPoint Template</vt:lpstr>
      <vt:lpstr>TEXT 2 BOXES</vt:lpstr>
      <vt:lpstr>EMPFOHLENE VORLAGEN</vt:lpstr>
      <vt:lpstr>Free PowerPoint Template</vt:lpstr>
      <vt:lpstr>TEXT 1 BOX</vt:lpstr>
      <vt:lpstr>FREE POWERPOINT TEMPLATE</vt:lpstr>
      <vt:lpstr>TEXT 2 BOXES</vt:lpstr>
      <vt:lpstr>EMPFOHLENE VORLAGEN</vt:lpstr>
      <vt:lpstr>Free PowerPoint Template</vt:lpstr>
      <vt:lpstr>TEXT 1 BOX</vt:lpstr>
      <vt:lpstr>Free PowerPoint Template</vt:lpstr>
      <vt:lpstr>TEXT 2 BOXES</vt:lpstr>
      <vt:lpstr>EMPFOHLENE VORLAGEN</vt:lpstr>
      <vt:lpstr>PowerPoint Presentation</vt:lpstr>
      <vt:lpstr>COPYRIGHT NOTICE</vt:lpstr>
    </vt:vector>
  </TitlesOfParts>
  <Company>PresentationLoad GmbH</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 PowerPoint Template</dc:title>
  <dc:creator>PresentationLoad</dc:creator>
  <cp:keywords/>
  <dc:description>PresentationLoad.com</dc:description>
  <cp:lastModifiedBy>PL</cp:lastModifiedBy>
  <cp:revision>1160</cp:revision>
  <dcterms:created xsi:type="dcterms:W3CDTF">2010-05-21T10:35:54Z</dcterms:created>
  <dcterms:modified xsi:type="dcterms:W3CDTF">2016-10-17T09:16:48Z</dcterms:modified>
  <cp:category/>
</cp:coreProperties>
</file>